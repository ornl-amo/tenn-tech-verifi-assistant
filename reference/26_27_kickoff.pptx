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91" r:id="rId4"/>
  </p:sldMasterIdLst>
  <p:notesMasterIdLst>
    <p:notesMasterId r:id="rId16"/>
  </p:notesMasterIdLst>
  <p:handoutMasterIdLst>
    <p:handoutMasterId r:id="rId17"/>
  </p:handoutMasterIdLst>
  <p:sldIdLst>
    <p:sldId id="2147481337" r:id="rId5"/>
    <p:sldId id="2147481338" r:id="rId6"/>
    <p:sldId id="2147481339" r:id="rId7"/>
    <p:sldId id="2147481340" r:id="rId8"/>
    <p:sldId id="2147481341" r:id="rId9"/>
    <p:sldId id="2147481342" r:id="rId10"/>
    <p:sldId id="2147481344" r:id="rId11"/>
    <p:sldId id="2147481343" r:id="rId12"/>
    <p:sldId id="2147481345" r:id="rId13"/>
    <p:sldId id="2147481347" r:id="rId14"/>
    <p:sldId id="214748134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476F3E-2B2C-D02E-A927-755D46376812}" name="Elicia Ferrer" initials="EF" userId="ac7d01b8666ae590" providerId="Windows Live"/>
  <p188:author id="{BEF8CA72-6AE8-8AD8-5B9A-8F576BAC3FD5}" name="Janiga, Jaimee" initials="JJ" userId="S::7nj@ornl.gov::c06abe94-9752-4f8c-96a2-49efdf1f636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DBA00"/>
    <a:srgbClr val="FF9E1B"/>
    <a:srgbClr val="7DC397"/>
    <a:srgbClr val="ECECEC"/>
    <a:srgbClr val="4E008E"/>
    <a:srgbClr val="B50094"/>
    <a:srgbClr val="FE5000"/>
    <a:srgbClr val="ED9634"/>
    <a:srgbClr val="005776"/>
    <a:srgbClr val="006B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583"/>
    <p:restoredTop sz="80822"/>
  </p:normalViewPr>
  <p:slideViewPr>
    <p:cSldViewPr snapToGrid="0">
      <p:cViewPr varScale="1">
        <p:scale>
          <a:sx n="101" d="100"/>
          <a:sy n="101" d="100"/>
        </p:scale>
        <p:origin x="2184" y="20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p:scale>
          <a:sx n="105" d="100"/>
          <a:sy n="105" d="100"/>
        </p:scale>
        <p:origin x="4152"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12F454D-A2FB-E28F-62C2-050A837E17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Aptos" panose="020B0004020202020204" pitchFamily="34" charset="0"/>
            </a:endParaRPr>
          </a:p>
        </p:txBody>
      </p:sp>
      <p:sp>
        <p:nvSpPr>
          <p:cNvPr id="3" name="Date Placeholder 2">
            <a:extLst>
              <a:ext uri="{FF2B5EF4-FFF2-40B4-BE49-F238E27FC236}">
                <a16:creationId xmlns:a16="http://schemas.microsoft.com/office/drawing/2014/main" id="{BA896BDF-7ADA-716C-F5CA-D157A094BBB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A614C3F-0AF5-DA4C-84F9-3990FF0B58A5}" type="datetimeFigureOut">
              <a:rPr lang="en-US" smtClean="0">
                <a:latin typeface="Aptos" panose="020B0004020202020204" pitchFamily="34" charset="0"/>
              </a:rPr>
              <a:t>10/8/26</a:t>
            </a:fld>
            <a:endParaRPr lang="en-US" dirty="0">
              <a:latin typeface="Aptos" panose="020B0004020202020204" pitchFamily="34" charset="0"/>
            </a:endParaRPr>
          </a:p>
        </p:txBody>
      </p:sp>
      <p:sp>
        <p:nvSpPr>
          <p:cNvPr id="4" name="Footer Placeholder 3">
            <a:extLst>
              <a:ext uri="{FF2B5EF4-FFF2-40B4-BE49-F238E27FC236}">
                <a16:creationId xmlns:a16="http://schemas.microsoft.com/office/drawing/2014/main" id="{72677AF2-C6EF-69B3-EBC0-F3BECE6632A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Aptos" panose="020B0004020202020204" pitchFamily="34" charset="0"/>
            </a:endParaRPr>
          </a:p>
        </p:txBody>
      </p:sp>
      <p:sp>
        <p:nvSpPr>
          <p:cNvPr id="5" name="Slide Number Placeholder 4">
            <a:extLst>
              <a:ext uri="{FF2B5EF4-FFF2-40B4-BE49-F238E27FC236}">
                <a16:creationId xmlns:a16="http://schemas.microsoft.com/office/drawing/2014/main" id="{E24AEBCA-6ABE-1DFD-7AA8-A3B2F1B635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7AB913-EDAA-C746-870D-9B7877FA5A85}" type="slidenum">
              <a:rPr lang="en-US" smtClean="0">
                <a:latin typeface="Aptos" panose="020B0004020202020204" pitchFamily="34" charset="0"/>
              </a:rPr>
              <a:t>‹#›</a:t>
            </a:fld>
            <a:endParaRPr lang="en-US" dirty="0">
              <a:latin typeface="Aptos" panose="020B0004020202020204" pitchFamily="34" charset="0"/>
            </a:endParaRPr>
          </a:p>
        </p:txBody>
      </p:sp>
    </p:spTree>
    <p:extLst>
      <p:ext uri="{BB962C8B-B14F-4D97-AF65-F5344CB8AC3E}">
        <p14:creationId xmlns:p14="http://schemas.microsoft.com/office/powerpoint/2010/main" val="10056905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ptos" panose="020B00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ptos" panose="020B0004020202020204" pitchFamily="34" charset="0"/>
              </a:defRPr>
            </a:lvl1pPr>
          </a:lstStyle>
          <a:p>
            <a:fld id="{9F2D4C33-E834-184F-A85B-4B1A7D742F82}" type="datetimeFigureOut">
              <a:rPr lang="en-US" smtClean="0"/>
              <a:pPr/>
              <a:t>10/8/26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ptos" panose="020B00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ptos" panose="020B0004020202020204" pitchFamily="34" charset="0"/>
              </a:defRPr>
            </a:lvl1pPr>
          </a:lstStyle>
          <a:p>
            <a:fld id="{CEEA2CD3-FB95-D94F-9F04-F9F995EAB822}" type="slidenum">
              <a:rPr lang="en-US" smtClean="0"/>
              <a:pPr/>
              <a:t>‹#›</a:t>
            </a:fld>
            <a:endParaRPr lang="en-US" dirty="0"/>
          </a:p>
        </p:txBody>
      </p:sp>
    </p:spTree>
    <p:extLst>
      <p:ext uri="{BB962C8B-B14F-4D97-AF65-F5344CB8AC3E}">
        <p14:creationId xmlns:p14="http://schemas.microsoft.com/office/powerpoint/2010/main" val="1818331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ptos" panose="020B0004020202020204" pitchFamily="34"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a:xfrm>
            <a:off x="685800" y="4400550"/>
            <a:ext cx="5486400" cy="3774460"/>
          </a:xfrm>
        </p:spPr>
        <p:txBody>
          <a:bodyPr/>
          <a:lstStyle/>
          <a:p>
            <a:pPr>
              <a:lnSpc>
                <a:spcPct val="90000"/>
              </a:lnSpc>
              <a:spcBef>
                <a:spcPts val="1200"/>
              </a:spcBef>
              <a:spcAft>
                <a:spcPts val="60"/>
              </a:spcAft>
              <a:buNone/>
            </a:pPr>
            <a:r>
              <a:rPr lang="en-US" b="1" dirty="0">
                <a:latin typeface="Aptos Light" panose="020B0004020202020204" pitchFamily="34" charset="0"/>
                <a:ea typeface="Aptos" panose="02000000000000000000" pitchFamily="2" charset="0"/>
              </a:rPr>
              <a:t>Accessing Title Slide Options </a:t>
            </a:r>
            <a:br>
              <a:rPr lang="en-US" b="1" dirty="0">
                <a:latin typeface="Aptos Light" panose="020B0004020202020204" pitchFamily="34" charset="0"/>
                <a:ea typeface="Aptos" panose="02000000000000000000" pitchFamily="2" charset="0"/>
              </a:rPr>
            </a:br>
            <a:r>
              <a:rPr lang="en-US" dirty="0">
                <a:latin typeface="Aptos Light" panose="020B0004020202020204" pitchFamily="34" charset="0"/>
                <a:ea typeface="Aptos" panose="02000000000000000000" pitchFamily="2" charset="0"/>
              </a:rPr>
              <a:t>The standard ORNL presentation template includes five branded title slide layouts:</a:t>
            </a:r>
          </a:p>
          <a:p>
            <a:pPr marL="628650" lvl="1" indent="-171450">
              <a:lnSpc>
                <a:spcPct val="90000"/>
              </a:lnSpc>
              <a:spcBef>
                <a:spcPts val="1200"/>
              </a:spcBef>
              <a:spcAft>
                <a:spcPts val="60"/>
              </a:spcAft>
              <a:buFont typeface="Arial" panose="020B0604020202020204" pitchFamily="34" charset="0"/>
              <a:buChar char="•"/>
            </a:pPr>
            <a:r>
              <a:rPr lang="en-US" b="1" dirty="0">
                <a:latin typeface="Aptos Light" panose="020B0004020202020204" pitchFamily="34" charset="0"/>
                <a:ea typeface="Aptos" panose="02000000000000000000" pitchFamily="2" charset="0"/>
              </a:rPr>
              <a:t>Title | Standard</a:t>
            </a:r>
            <a:r>
              <a:rPr lang="en-US" dirty="0">
                <a:latin typeface="Aptos Light" panose="020B0004020202020204" pitchFamily="34" charset="0"/>
                <a:ea typeface="Aptos" panose="02000000000000000000" pitchFamily="2" charset="0"/>
              </a:rPr>
              <a:t>. The preferred layout for lab-wide and general presentations. Features a default aerial photograph of the lab.</a:t>
            </a:r>
          </a:p>
          <a:p>
            <a:pPr marL="628650" lvl="1" indent="-171450">
              <a:lnSpc>
                <a:spcPct val="90000"/>
              </a:lnSpc>
              <a:spcBef>
                <a:spcPts val="1200"/>
              </a:spcBef>
              <a:spcAft>
                <a:spcPts val="60"/>
              </a:spcAft>
              <a:buFont typeface="Arial" panose="020B0604020202020204" pitchFamily="34" charset="0"/>
              <a:buChar char="•"/>
            </a:pPr>
            <a:r>
              <a:rPr lang="en-US" b="1" dirty="0">
                <a:latin typeface="Aptos Light" panose="020B0004020202020204" pitchFamily="34" charset="0"/>
                <a:ea typeface="Aptos" panose="02000000000000000000" pitchFamily="2" charset="0"/>
              </a:rPr>
              <a:t>Title | Custom Image</a:t>
            </a:r>
            <a:r>
              <a:rPr lang="en-US" dirty="0">
                <a:latin typeface="Aptos Light" panose="020B0004020202020204" pitchFamily="34" charset="0"/>
                <a:ea typeface="Aptos" panose="02000000000000000000" pitchFamily="2" charset="0"/>
              </a:rPr>
              <a:t>. Allows replacement of the default background with a custom full-slide image (16:9 or 4:3 landscape format).</a:t>
            </a:r>
          </a:p>
          <a:p>
            <a:pPr marL="628650" lvl="1" indent="-171450">
              <a:lnSpc>
                <a:spcPct val="90000"/>
              </a:lnSpc>
              <a:spcBef>
                <a:spcPts val="1200"/>
              </a:spcBef>
              <a:spcAft>
                <a:spcPts val="60"/>
              </a:spcAft>
              <a:buFont typeface="Arial" panose="020B0604020202020204" pitchFamily="34" charset="0"/>
              <a:buChar char="•"/>
            </a:pPr>
            <a:r>
              <a:rPr lang="en-US" b="1" dirty="0">
                <a:latin typeface="Aptos Light" panose="020B0004020202020204" pitchFamily="34" charset="0"/>
                <a:ea typeface="Aptos" panose="02000000000000000000" pitchFamily="2" charset="0"/>
              </a:rPr>
              <a:t>Title | Custom Portrait Image</a:t>
            </a:r>
            <a:r>
              <a:rPr lang="en-US" dirty="0">
                <a:latin typeface="Aptos Light" panose="020B0004020202020204" pitchFamily="34" charset="0"/>
                <a:ea typeface="Aptos" panose="02000000000000000000" pitchFamily="2" charset="0"/>
              </a:rPr>
              <a:t>. Supports inclusion of a custom 4:3 portrait image positioned next to the introductory text.</a:t>
            </a:r>
          </a:p>
          <a:p>
            <a:pPr marL="628650" lvl="1" indent="-171450">
              <a:lnSpc>
                <a:spcPct val="90000"/>
              </a:lnSpc>
              <a:spcBef>
                <a:spcPts val="1200"/>
              </a:spcBef>
              <a:spcAft>
                <a:spcPts val="60"/>
              </a:spcAft>
              <a:buFont typeface="Arial" panose="020B0604020202020204" pitchFamily="34" charset="0"/>
              <a:buChar char="•"/>
            </a:pPr>
            <a:r>
              <a:rPr lang="en-US" b="1" dirty="0">
                <a:latin typeface="Aptos Light" panose="020B0004020202020204" pitchFamily="34" charset="0"/>
                <a:ea typeface="Aptos" panose="02000000000000000000" pitchFamily="2" charset="0"/>
              </a:rPr>
              <a:t>Title | Custom Landscape Image</a:t>
            </a:r>
            <a:r>
              <a:rPr lang="en-US" dirty="0">
                <a:latin typeface="Aptos Light" panose="020B0004020202020204" pitchFamily="34" charset="0"/>
                <a:ea typeface="Aptos" panose="02000000000000000000" pitchFamily="2" charset="0"/>
              </a:rPr>
              <a:t>. Supports inclusion of a custom 16:9 landscape image positioned next to the introductory text.</a:t>
            </a:r>
          </a:p>
          <a:p>
            <a:pPr marL="628650" lvl="1" indent="-171450">
              <a:lnSpc>
                <a:spcPct val="90000"/>
              </a:lnSpc>
              <a:spcBef>
                <a:spcPts val="1200"/>
              </a:spcBef>
              <a:spcAft>
                <a:spcPts val="60"/>
              </a:spcAft>
              <a:buFont typeface="Arial" panose="020B0604020202020204" pitchFamily="34" charset="0"/>
              <a:buChar char="•"/>
            </a:pPr>
            <a:r>
              <a:rPr lang="en-US" b="1" dirty="0">
                <a:latin typeface="Aptos Light" panose="020B0004020202020204" pitchFamily="34" charset="0"/>
                <a:ea typeface="Aptos" panose="02000000000000000000" pitchFamily="2" charset="0"/>
              </a:rPr>
              <a:t>Title | Text Only</a:t>
            </a:r>
            <a:r>
              <a:rPr lang="en-US" dirty="0">
                <a:latin typeface="Aptos Light" panose="020B0004020202020204" pitchFamily="34" charset="0"/>
                <a:ea typeface="Aptos" panose="02000000000000000000" pitchFamily="2" charset="0"/>
              </a:rPr>
              <a:t>. Offers additional space for longer titles and multiple presenters.</a:t>
            </a:r>
          </a:p>
          <a:p>
            <a:pPr>
              <a:lnSpc>
                <a:spcPct val="90000"/>
              </a:lnSpc>
              <a:spcBef>
                <a:spcPts val="1200"/>
              </a:spcBef>
              <a:spcAft>
                <a:spcPts val="60"/>
              </a:spcAft>
              <a:buNone/>
            </a:pPr>
            <a:r>
              <a:rPr lang="en-US" dirty="0">
                <a:latin typeface="Aptos Light" panose="020B0004020202020204" pitchFamily="34" charset="0"/>
                <a:ea typeface="Aptos" panose="02000000000000000000" pitchFamily="2" charset="0"/>
              </a:rPr>
              <a:t>Additional Lab-approved title slides specific to directorates and user facilities are available in PowerPoint under the following folders: </a:t>
            </a:r>
            <a:r>
              <a:rPr lang="en-US" b="1" dirty="0">
                <a:latin typeface="Aptos Light" panose="020B0004020202020204" pitchFamily="34" charset="0"/>
                <a:ea typeface="Aptos" panose="02000000000000000000" pitchFamily="2" charset="0"/>
              </a:rPr>
              <a:t>Custom Title Slides</a:t>
            </a:r>
            <a:r>
              <a:rPr lang="en-US" dirty="0">
                <a:latin typeface="Aptos Light" panose="020B0004020202020204" pitchFamily="34" charset="0"/>
                <a:ea typeface="Aptos" panose="02000000000000000000" pitchFamily="2" charset="0"/>
              </a:rPr>
              <a:t> and </a:t>
            </a:r>
            <a:r>
              <a:rPr lang="en-US" b="1" dirty="0">
                <a:latin typeface="Aptos Light" panose="020B0004020202020204" pitchFamily="34" charset="0"/>
                <a:ea typeface="Aptos" panose="02000000000000000000" pitchFamily="2" charset="0"/>
              </a:rPr>
              <a:t>User Facility Templates</a:t>
            </a:r>
            <a:r>
              <a:rPr lang="en-US" dirty="0">
                <a:latin typeface="Aptos Light" panose="020B0004020202020204" pitchFamily="34" charset="0"/>
                <a:ea typeface="Aptos" panose="02000000000000000000" pitchFamily="2" charset="0"/>
              </a:rPr>
              <a:t>, located in </a:t>
            </a:r>
            <a:r>
              <a:rPr lang="en-US" b="1" dirty="0">
                <a:latin typeface="Aptos Light" panose="020B0004020202020204" pitchFamily="34" charset="0"/>
                <a:ea typeface="Aptos" panose="02000000000000000000" pitchFamily="2" charset="0"/>
              </a:rPr>
              <a:t>Presentation Templates</a:t>
            </a:r>
            <a:r>
              <a:rPr lang="en-US" dirty="0">
                <a:latin typeface="Aptos Light" panose="020B0004020202020204" pitchFamily="34" charset="0"/>
                <a:ea typeface="Aptos" panose="02000000000000000000" pitchFamily="2" charset="0"/>
              </a:rPr>
              <a:t>.</a:t>
            </a:r>
          </a:p>
          <a:p>
            <a:pPr>
              <a:lnSpc>
                <a:spcPct val="90000"/>
              </a:lnSpc>
              <a:spcBef>
                <a:spcPts val="1200"/>
              </a:spcBef>
              <a:spcAft>
                <a:spcPts val="60"/>
              </a:spcAft>
              <a:buNone/>
            </a:pPr>
            <a:endParaRPr lang="en-US" b="1" dirty="0">
              <a:latin typeface="Aptos Light" panose="020B0004020202020204" pitchFamily="34" charset="0"/>
              <a:ea typeface="Aptos" panose="02000000000000000000" pitchFamily="2" charset="0"/>
            </a:endParaRPr>
          </a:p>
          <a:p>
            <a:pPr>
              <a:lnSpc>
                <a:spcPct val="90000"/>
              </a:lnSpc>
              <a:spcBef>
                <a:spcPts val="1200"/>
              </a:spcBef>
              <a:spcAft>
                <a:spcPts val="60"/>
              </a:spcAft>
              <a:buNone/>
            </a:pPr>
            <a:r>
              <a:rPr lang="en-US" b="1" dirty="0">
                <a:latin typeface="Aptos Light" panose="020B0004020202020204" pitchFamily="34" charset="0"/>
                <a:ea typeface="Aptos" panose="02000000000000000000" pitchFamily="2" charset="0"/>
              </a:rPr>
              <a:t>Custom Title Slide Guidelines</a:t>
            </a:r>
            <a:endParaRPr lang="en-US" dirty="0">
              <a:latin typeface="Aptos Light" panose="020B0004020202020204" pitchFamily="34" charset="0"/>
              <a:ea typeface="Aptos" panose="02000000000000000000" pitchFamily="2" charset="0"/>
            </a:endParaRPr>
          </a:p>
          <a:p>
            <a:pPr marL="628650" lvl="1" indent="-171450">
              <a:lnSpc>
                <a:spcPct val="90000"/>
              </a:lnSpc>
              <a:spcBef>
                <a:spcPts val="1200"/>
              </a:spcBef>
              <a:spcAft>
                <a:spcPts val="60"/>
              </a:spcAft>
              <a:buFont typeface="Arial" panose="020B0604020202020204" pitchFamily="34" charset="0"/>
              <a:buChar char="•"/>
            </a:pPr>
            <a:r>
              <a:rPr lang="en-US" b="1" dirty="0">
                <a:latin typeface="Aptos Light" panose="020B0004020202020204" pitchFamily="34" charset="0"/>
                <a:ea typeface="Aptos" panose="02000000000000000000" pitchFamily="2" charset="0"/>
              </a:rPr>
              <a:t>Image Rights</a:t>
            </a:r>
            <a:r>
              <a:rPr lang="en-US" dirty="0">
                <a:latin typeface="Aptos Light" panose="020B0004020202020204" pitchFamily="34" charset="0"/>
                <a:ea typeface="Aptos" panose="02000000000000000000" pitchFamily="2" charset="0"/>
              </a:rPr>
              <a:t>. Any custom images, graphics, or photography must be owned by ORNL or used with documented permission from the original creator or source.</a:t>
            </a:r>
          </a:p>
          <a:p>
            <a:pPr marL="628650" lvl="1" indent="-171450">
              <a:lnSpc>
                <a:spcPct val="90000"/>
              </a:lnSpc>
              <a:spcBef>
                <a:spcPts val="1200"/>
              </a:spcBef>
              <a:spcAft>
                <a:spcPts val="60"/>
              </a:spcAft>
              <a:buFont typeface="Arial" panose="020B0604020202020204" pitchFamily="34" charset="0"/>
              <a:buChar char="•"/>
            </a:pPr>
            <a:r>
              <a:rPr lang="en-US" b="1" dirty="0">
                <a:latin typeface="Aptos Light" panose="020B0004020202020204" pitchFamily="34" charset="0"/>
                <a:ea typeface="Aptos" panose="02000000000000000000" pitchFamily="2" charset="0"/>
              </a:rPr>
              <a:t>Appropriate Image Use</a:t>
            </a:r>
            <a:r>
              <a:rPr lang="en-US" dirty="0">
                <a:latin typeface="Aptos Light" panose="020B0004020202020204" pitchFamily="34" charset="0"/>
                <a:ea typeface="Aptos" panose="02000000000000000000" pitchFamily="2" charset="0"/>
              </a:rPr>
              <a:t>. Select images that work well with the layout. Ensure the focal point of the image is not obscured by the title text and white overlay box.</a:t>
            </a:r>
          </a:p>
          <a:p>
            <a:pPr marL="628650" lvl="1" indent="-171450">
              <a:lnSpc>
                <a:spcPct val="90000"/>
              </a:lnSpc>
              <a:spcBef>
                <a:spcPts val="1200"/>
              </a:spcBef>
              <a:spcAft>
                <a:spcPts val="60"/>
              </a:spcAft>
              <a:buFont typeface="Arial" panose="020B0604020202020204" pitchFamily="34" charset="0"/>
              <a:buChar char="•"/>
            </a:pPr>
            <a:r>
              <a:rPr lang="en-US" b="1" dirty="0">
                <a:latin typeface="Aptos Light" panose="020B0004020202020204" pitchFamily="34" charset="0"/>
                <a:ea typeface="Aptos" panose="02000000000000000000" pitchFamily="2" charset="0"/>
              </a:rPr>
              <a:t>Relevance and Impact.</a:t>
            </a:r>
            <a:r>
              <a:rPr lang="en-US" dirty="0">
                <a:latin typeface="Aptos Light" panose="020B0004020202020204" pitchFamily="34" charset="0"/>
                <a:ea typeface="Aptos" panose="02000000000000000000" pitchFamily="2" charset="0"/>
              </a:rPr>
              <a:t> Visuals are a key element of effective communication. Whenever possible, use imagery that enhances the message of your presentation and reflects ORNL’s mission and values.</a:t>
            </a:r>
          </a:p>
          <a:p>
            <a:pPr marL="628650" lvl="1" indent="-171450">
              <a:lnSpc>
                <a:spcPct val="90000"/>
              </a:lnSpc>
              <a:spcBef>
                <a:spcPts val="1200"/>
              </a:spcBef>
              <a:spcAft>
                <a:spcPts val="60"/>
              </a:spcAft>
              <a:buFont typeface="Arial" panose="020B0604020202020204" pitchFamily="34" charset="0"/>
              <a:buChar char="•"/>
            </a:pPr>
            <a:r>
              <a:rPr lang="en-US" b="1" dirty="0">
                <a:latin typeface="Aptos Light" panose="020B0004020202020204" pitchFamily="34" charset="0"/>
                <a:ea typeface="Aptos" panose="02000000000000000000" pitchFamily="2" charset="0"/>
              </a:rPr>
              <a:t>Quality and Clarity.</a:t>
            </a:r>
            <a:r>
              <a:rPr lang="en-US" dirty="0">
                <a:latin typeface="Aptos Light" panose="020B0004020202020204" pitchFamily="34" charset="0"/>
                <a:ea typeface="Aptos" panose="02000000000000000000" pitchFamily="2" charset="0"/>
              </a:rPr>
              <a:t> Use high-resolution images for clarity on large screens. Avoid overly complex or dark images that may conflict with the title text.</a:t>
            </a:r>
          </a:p>
          <a:p>
            <a:pPr marL="628650" lvl="1" indent="-171450">
              <a:lnSpc>
                <a:spcPct val="90000"/>
              </a:lnSpc>
              <a:spcBef>
                <a:spcPts val="1200"/>
              </a:spcBef>
              <a:spcAft>
                <a:spcPts val="60"/>
              </a:spcAft>
              <a:buFont typeface="Arial" panose="020B0604020202020204" pitchFamily="34" charset="0"/>
              <a:buChar char="•"/>
            </a:pPr>
            <a:r>
              <a:rPr lang="en-US" b="1" dirty="0">
                <a:latin typeface="Aptos Light" panose="020B0004020202020204" pitchFamily="34" charset="0"/>
                <a:ea typeface="Aptos" panose="02000000000000000000" pitchFamily="2" charset="0"/>
              </a:rPr>
              <a:t>Text-Only Option.</a:t>
            </a:r>
            <a:r>
              <a:rPr lang="en-US" dirty="0">
                <a:latin typeface="Aptos Light" panose="020B0004020202020204" pitchFamily="34" charset="0"/>
                <a:ea typeface="Aptos" panose="02000000000000000000" pitchFamily="2" charset="0"/>
              </a:rPr>
              <a:t> If no appropriate or approved imagery is available, or if imagery is not permitted for the subject matter, the </a:t>
            </a:r>
            <a:r>
              <a:rPr lang="en-US" b="1" dirty="0">
                <a:latin typeface="Aptos Light" panose="020B0004020202020204" pitchFamily="34" charset="0"/>
                <a:ea typeface="Aptos" panose="02000000000000000000" pitchFamily="2" charset="0"/>
              </a:rPr>
              <a:t>Title | Text Only</a:t>
            </a:r>
            <a:r>
              <a:rPr lang="en-US" dirty="0">
                <a:latin typeface="Aptos Light" panose="020B0004020202020204" pitchFamily="34" charset="0"/>
                <a:ea typeface="Aptos" panose="02000000000000000000" pitchFamily="2" charset="0"/>
              </a:rPr>
              <a:t> layout provides a clean, professional alternative.</a:t>
            </a:r>
            <a:endParaRPr lang="en-US" dirty="0">
              <a:effectLst/>
              <a:latin typeface="Aptos Light" panose="020B0004020202020204" pitchFamily="34" charset="0"/>
              <a:ea typeface="Aptos" panose="02000000000000000000" pitchFamily="2" charset="0"/>
            </a:endParaRPr>
          </a:p>
          <a:p>
            <a:pPr>
              <a:lnSpc>
                <a:spcPct val="90000"/>
              </a:lnSpc>
              <a:spcBef>
                <a:spcPts val="1200"/>
              </a:spcBef>
              <a:spcAft>
                <a:spcPts val="60"/>
              </a:spcAft>
            </a:pPr>
            <a:endParaRPr lang="en-US" dirty="0">
              <a:effectLst/>
              <a:latin typeface="Aptos Light" panose="020B0004020202020204" pitchFamily="34" charset="0"/>
              <a:ea typeface="Aptos" panose="02000000000000000000" pitchFamily="2" charset="0"/>
            </a:endParaRPr>
          </a:p>
          <a:p>
            <a:pPr marL="0" indent="0">
              <a:lnSpc>
                <a:spcPct val="90000"/>
              </a:lnSpc>
              <a:spcBef>
                <a:spcPts val="1200"/>
              </a:spcBef>
              <a:spcAft>
                <a:spcPts val="60"/>
              </a:spcAft>
              <a:buFont typeface="Arial" panose="020B0604020202020204" pitchFamily="34" charset="0"/>
              <a:buNone/>
            </a:pPr>
            <a:r>
              <a:rPr lang="en-US" b="1" dirty="0">
                <a:effectLst/>
                <a:latin typeface="Aptos Light" panose="020B0004020202020204" pitchFamily="34" charset="0"/>
                <a:ea typeface="Aptos" panose="02000000000000000000" pitchFamily="2" charset="0"/>
              </a:rPr>
              <a:t>Learn more about ORNL presentations</a:t>
            </a:r>
          </a:p>
          <a:p>
            <a:pPr marL="628650" lvl="1" indent="-171450">
              <a:lnSpc>
                <a:spcPct val="90000"/>
              </a:lnSpc>
              <a:spcBef>
                <a:spcPts val="1200"/>
              </a:spcBef>
              <a:spcAft>
                <a:spcPts val="60"/>
              </a:spcAft>
              <a:buFont typeface="Arial" panose="020B0604020202020204" pitchFamily="34" charset="0"/>
              <a:buChar char="•"/>
            </a:pPr>
            <a:r>
              <a:rPr lang="en-US" b="0" dirty="0">
                <a:latin typeface="Aptos Light" panose="020B0004020202020204" pitchFamily="34" charset="0"/>
                <a:ea typeface="Aptos" panose="02000000000000000000" pitchFamily="2" charset="0"/>
              </a:rPr>
              <a:t>https://</a:t>
            </a:r>
            <a:r>
              <a:rPr lang="en-US" b="0" dirty="0" err="1">
                <a:latin typeface="Aptos Light" panose="020B0004020202020204" pitchFamily="34" charset="0"/>
                <a:ea typeface="Aptos" panose="02000000000000000000" pitchFamily="2" charset="0"/>
              </a:rPr>
              <a:t>ornl.sharepoint.com</a:t>
            </a:r>
            <a:r>
              <a:rPr lang="en-US" b="0" dirty="0">
                <a:latin typeface="Aptos Light" panose="020B0004020202020204" pitchFamily="34" charset="0"/>
                <a:ea typeface="Aptos" panose="02000000000000000000" pitchFamily="2" charset="0"/>
              </a:rPr>
              <a:t>/sites/Branding/</a:t>
            </a:r>
            <a:r>
              <a:rPr lang="en-US" b="0" dirty="0" err="1">
                <a:latin typeface="Aptos Light" panose="020B0004020202020204" pitchFamily="34" charset="0"/>
                <a:ea typeface="Aptos" panose="02000000000000000000" pitchFamily="2" charset="0"/>
              </a:rPr>
              <a:t>SitePages</a:t>
            </a:r>
            <a:r>
              <a:rPr lang="en-US" b="0" dirty="0">
                <a:latin typeface="Aptos Light" panose="020B0004020202020204" pitchFamily="34" charset="0"/>
                <a:ea typeface="Aptos" panose="02000000000000000000" pitchFamily="2" charset="0"/>
              </a:rPr>
              <a:t>/</a:t>
            </a:r>
            <a:r>
              <a:rPr lang="en-US" b="0" dirty="0" err="1">
                <a:latin typeface="Aptos Light" panose="020B0004020202020204" pitchFamily="34" charset="0"/>
                <a:ea typeface="Aptos" panose="02000000000000000000" pitchFamily="2" charset="0"/>
              </a:rPr>
              <a:t>Presentations.aspx</a:t>
            </a:r>
            <a:r>
              <a:rPr lang="en-US" b="0" dirty="0">
                <a:latin typeface="Aptos Light" panose="020B0004020202020204" pitchFamily="34" charset="0"/>
                <a:ea typeface="Aptos" panose="02000000000000000000" pitchFamily="2" charset="0"/>
              </a:rPr>
              <a:t> </a:t>
            </a:r>
          </a:p>
        </p:txBody>
      </p:sp>
      <p:sp>
        <p:nvSpPr>
          <p:cNvPr id="4" name="Slide Number Placeholder 3"/>
          <p:cNvSpPr>
            <a:spLocks noGrp="1"/>
          </p:cNvSpPr>
          <p:nvPr>
            <p:ph type="sldNum" sz="quarter" idx="5"/>
          </p:nvPr>
        </p:nvSpPr>
        <p:spPr/>
        <p:txBody>
          <a:bodyPr/>
          <a:lstStyle/>
          <a:p>
            <a:fld id="{CEEA2CD3-FB95-D94F-9F04-F9F995EAB822}" type="slidenum">
              <a:rPr lang="en-US" smtClean="0"/>
              <a:t>1</a:t>
            </a:fld>
            <a:endParaRPr lang="en-US"/>
          </a:p>
        </p:txBody>
      </p:sp>
    </p:spTree>
    <p:extLst>
      <p:ext uri="{BB962C8B-B14F-4D97-AF65-F5344CB8AC3E}">
        <p14:creationId xmlns:p14="http://schemas.microsoft.com/office/powerpoint/2010/main" val="40345759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Standard">
    <p:spTree>
      <p:nvGrpSpPr>
        <p:cNvPr id="1" name=""/>
        <p:cNvGrpSpPr/>
        <p:nvPr/>
      </p:nvGrpSpPr>
      <p:grpSpPr>
        <a:xfrm>
          <a:off x="0" y="0"/>
          <a:ext cx="0" cy="0"/>
          <a:chOff x="0" y="0"/>
          <a:chExt cx="0" cy="0"/>
        </a:xfrm>
      </p:grpSpPr>
      <p:pic>
        <p:nvPicPr>
          <p:cNvPr id="2" name="Picture 1" descr="2025-P07743 - Edited by Laddy Fields&#10;&#10;Drone Mission - Aerial view of ORNL's east Campus Quad facing southwest.&#10;&#10;This image has been reviewed by an ORNL Releasing Official and is approved for public release, May 19, 2025.">
            <a:extLst>
              <a:ext uri="{FF2B5EF4-FFF2-40B4-BE49-F238E27FC236}">
                <a16:creationId xmlns:a16="http://schemas.microsoft.com/office/drawing/2014/main" id="{01F17512-BEEB-E940-3B9F-9FDBDB21217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CA49EAE8-262C-D20D-80FF-4279961B7DBA}"/>
              </a:ext>
            </a:extLst>
          </p:cNvPr>
          <p:cNvSpPr/>
          <p:nvPr userDrawn="1"/>
        </p:nvSpPr>
        <p:spPr>
          <a:xfrm>
            <a:off x="896615" y="843778"/>
            <a:ext cx="5199385" cy="5199385"/>
          </a:xfrm>
          <a:prstGeom prst="rect">
            <a:avLst/>
          </a:prstGeom>
          <a:solidFill>
            <a:schemeClr val="bg1">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Light" panose="020B0004020202020204" pitchFamily="34" charset="0"/>
              <a:ea typeface="Aptos" panose="02000000000000000000" pitchFamily="2" charset="0"/>
            </a:endParaRPr>
          </a:p>
        </p:txBody>
      </p:sp>
      <p:sp>
        <p:nvSpPr>
          <p:cNvPr id="1989" name="Title 1">
            <a:extLst>
              <a:ext uri="{FF2B5EF4-FFF2-40B4-BE49-F238E27FC236}">
                <a16:creationId xmlns:a16="http://schemas.microsoft.com/office/drawing/2014/main" id="{4E63AC8A-1BE4-CC0D-A87D-57B11478230B}"/>
              </a:ext>
            </a:extLst>
          </p:cNvPr>
          <p:cNvSpPr>
            <a:spLocks noGrp="1"/>
          </p:cNvSpPr>
          <p:nvPr>
            <p:ph type="ctrTitle" hasCustomPrompt="1"/>
          </p:nvPr>
        </p:nvSpPr>
        <p:spPr>
          <a:xfrm>
            <a:off x="1215450" y="2254309"/>
            <a:ext cx="4517136" cy="997196"/>
          </a:xfrm>
        </p:spPr>
        <p:txBody>
          <a:bodyPr wrap="square" anchor="t" anchorCtr="0">
            <a:noAutofit/>
          </a:bodyPr>
          <a:lstStyle>
            <a:lvl1pPr algn="l">
              <a:spcBef>
                <a:spcPts val="1200"/>
              </a:spcBef>
              <a:spcAft>
                <a:spcPts val="60"/>
              </a:spcAft>
              <a:defRPr sz="3600" b="1">
                <a:solidFill>
                  <a:schemeClr val="tx1"/>
                </a:solidFill>
                <a:latin typeface="+mj-lt"/>
              </a:defRPr>
            </a:lvl1pPr>
          </a:lstStyle>
          <a:p>
            <a:r>
              <a:rPr lang="en-US" dirty="0"/>
              <a:t>Presentation Title (Text size no larger than 36pt)</a:t>
            </a:r>
          </a:p>
        </p:txBody>
      </p:sp>
      <p:sp>
        <p:nvSpPr>
          <p:cNvPr id="1990" name="Subtitle 2">
            <a:extLst>
              <a:ext uri="{FF2B5EF4-FFF2-40B4-BE49-F238E27FC236}">
                <a16:creationId xmlns:a16="http://schemas.microsoft.com/office/drawing/2014/main" id="{2FDEC7A3-8D58-3E27-DFCC-68F1F758C82C}"/>
              </a:ext>
            </a:extLst>
          </p:cNvPr>
          <p:cNvSpPr>
            <a:spLocks noGrp="1"/>
          </p:cNvSpPr>
          <p:nvPr>
            <p:ph type="subTitle" idx="1" hasCustomPrompt="1"/>
          </p:nvPr>
        </p:nvSpPr>
        <p:spPr>
          <a:xfrm>
            <a:off x="1215450" y="4031052"/>
            <a:ext cx="4517136" cy="193899"/>
          </a:xfrm>
        </p:spPr>
        <p:txBody>
          <a:bodyPr wrap="square" anchor="t" anchorCtr="0">
            <a:noAutofit/>
          </a:bodyPr>
          <a:lstStyle>
            <a:lvl1pPr marL="0" indent="0" algn="l">
              <a:spcBef>
                <a:spcPts val="1200"/>
              </a:spcBef>
              <a:spcAft>
                <a:spcPts val="60"/>
              </a:spcAft>
              <a:buNone/>
              <a:defRPr sz="1400" b="1" spc="15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PRESENTED BY</a:t>
            </a:r>
          </a:p>
        </p:txBody>
      </p:sp>
      <p:sp>
        <p:nvSpPr>
          <p:cNvPr id="1991" name="Text Placeholder 1961">
            <a:extLst>
              <a:ext uri="{FF2B5EF4-FFF2-40B4-BE49-F238E27FC236}">
                <a16:creationId xmlns:a16="http://schemas.microsoft.com/office/drawing/2014/main" id="{F290C317-5693-2190-DC6C-B1FBB50E65B2}"/>
              </a:ext>
            </a:extLst>
          </p:cNvPr>
          <p:cNvSpPr>
            <a:spLocks noGrp="1"/>
          </p:cNvSpPr>
          <p:nvPr>
            <p:ph type="body" sz="quarter" idx="14" hasCustomPrompt="1"/>
          </p:nvPr>
        </p:nvSpPr>
        <p:spPr>
          <a:xfrm>
            <a:off x="1215450" y="1934670"/>
            <a:ext cx="4517136" cy="193899"/>
          </a:xfrm>
        </p:spPr>
        <p:txBody>
          <a:bodyPr wrap="square" anchor="t" anchorCtr="0">
            <a:noAutofit/>
          </a:bodyPr>
          <a:lstStyle>
            <a:lvl1pPr marL="0" indent="0" algn="l">
              <a:spcBef>
                <a:spcPts val="1200"/>
              </a:spcBef>
              <a:spcAft>
                <a:spcPts val="60"/>
              </a:spcAft>
              <a:buNone/>
              <a:defRPr sz="1400" b="0" i="0" spc="150" baseline="0">
                <a:solidFill>
                  <a:schemeClr val="tx1"/>
                </a:solidFill>
                <a:latin typeface="+mn-lt"/>
                <a:ea typeface="Aptos Light" panose="02000000000000000000" pitchFamily="2" charset="0"/>
              </a:defRPr>
            </a:lvl1pPr>
            <a:lvl2pPr marL="457200" indent="0" algn="ctr">
              <a:buNone/>
              <a:defRPr sz="1400">
                <a:solidFill>
                  <a:schemeClr val="bg1"/>
                </a:solidFill>
              </a:defRPr>
            </a:lvl2pPr>
            <a:lvl3pPr marL="914400" indent="0" algn="ctr">
              <a:buNone/>
              <a:defRPr sz="1400">
                <a:solidFill>
                  <a:schemeClr val="bg1"/>
                </a:solidFill>
              </a:defRPr>
            </a:lvl3pPr>
            <a:lvl4pPr marL="1371600" indent="0" algn="ctr">
              <a:buNone/>
              <a:defRPr sz="1400">
                <a:solidFill>
                  <a:schemeClr val="bg1"/>
                </a:solidFill>
              </a:defRPr>
            </a:lvl4pPr>
            <a:lvl5pPr marL="1828800" indent="0" algn="ctr">
              <a:buNone/>
              <a:defRPr sz="1400">
                <a:solidFill>
                  <a:schemeClr val="bg1"/>
                </a:solidFill>
              </a:defRPr>
            </a:lvl5pPr>
          </a:lstStyle>
          <a:p>
            <a:pPr lvl="0"/>
            <a:r>
              <a:rPr lang="en-US" dirty="0"/>
              <a:t>MONTH XX, XXXX | LOCATION</a:t>
            </a:r>
          </a:p>
        </p:txBody>
      </p:sp>
      <p:sp>
        <p:nvSpPr>
          <p:cNvPr id="1992" name="Text Placeholder 1963">
            <a:extLst>
              <a:ext uri="{FF2B5EF4-FFF2-40B4-BE49-F238E27FC236}">
                <a16:creationId xmlns:a16="http://schemas.microsoft.com/office/drawing/2014/main" id="{69307D98-0D2A-6367-B886-8BC3DE78A926}"/>
              </a:ext>
            </a:extLst>
          </p:cNvPr>
          <p:cNvSpPr>
            <a:spLocks noGrp="1"/>
          </p:cNvSpPr>
          <p:nvPr>
            <p:ph type="body" sz="quarter" idx="15" hasCustomPrompt="1"/>
          </p:nvPr>
        </p:nvSpPr>
        <p:spPr>
          <a:xfrm>
            <a:off x="1215450" y="4383195"/>
            <a:ext cx="4517136" cy="332399"/>
          </a:xfrm>
        </p:spPr>
        <p:txBody>
          <a:bodyPr wrap="square" anchor="t" anchorCtr="0">
            <a:noAutofit/>
          </a:bodyPr>
          <a:lstStyle>
            <a:lvl1pPr marL="0" indent="0" algn="l">
              <a:spcBef>
                <a:spcPts val="1200"/>
              </a:spcBef>
              <a:spcAft>
                <a:spcPts val="60"/>
              </a:spcAft>
              <a:buNone/>
              <a:defRPr sz="2400" b="0" i="0">
                <a:solidFill>
                  <a:schemeClr val="tx1"/>
                </a:solidFill>
                <a:latin typeface="+mn-lt"/>
                <a:ea typeface="Aptos Light" panose="020B0004020202020204" pitchFamily="34" charset="0"/>
              </a:defRPr>
            </a:lvl1pPr>
            <a:lvl2pPr marL="457200" indent="0" algn="ctr">
              <a:buNone/>
              <a:defRPr sz="2400">
                <a:solidFill>
                  <a:schemeClr val="bg1"/>
                </a:solidFill>
              </a:defRPr>
            </a:lvl2pPr>
            <a:lvl3pPr marL="914400" indent="0" algn="ctr">
              <a:buNone/>
              <a:defRPr sz="2400">
                <a:solidFill>
                  <a:schemeClr val="bg1"/>
                </a:solidFill>
              </a:defRPr>
            </a:lvl3pPr>
            <a:lvl4pPr marL="1371600" indent="0" algn="ctr">
              <a:buNone/>
              <a:defRPr sz="2400">
                <a:solidFill>
                  <a:schemeClr val="bg1"/>
                </a:solidFill>
              </a:defRPr>
            </a:lvl4pPr>
            <a:lvl5pPr marL="1828800" indent="0" algn="ctr">
              <a:buNone/>
              <a:defRPr sz="2400">
                <a:solidFill>
                  <a:schemeClr val="bg1"/>
                </a:solidFill>
              </a:defRPr>
            </a:lvl5pPr>
          </a:lstStyle>
          <a:p>
            <a:pPr lvl="0"/>
            <a:r>
              <a:rPr lang="en-US" dirty="0"/>
              <a:t>First Name, Last Name</a:t>
            </a:r>
          </a:p>
        </p:txBody>
      </p:sp>
      <p:sp>
        <p:nvSpPr>
          <p:cNvPr id="1993" name="Rectangle 1992">
            <a:extLst>
              <a:ext uri="{FF2B5EF4-FFF2-40B4-BE49-F238E27FC236}">
                <a16:creationId xmlns:a16="http://schemas.microsoft.com/office/drawing/2014/main" id="{75F67FD0-9510-D988-3837-38FD99E6DD28}"/>
              </a:ext>
            </a:extLst>
          </p:cNvPr>
          <p:cNvSpPr/>
          <p:nvPr userDrawn="1"/>
        </p:nvSpPr>
        <p:spPr>
          <a:xfrm>
            <a:off x="1215450" y="3780792"/>
            <a:ext cx="854364" cy="7191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74748"/>
              </a:solidFill>
              <a:latin typeface="Aptos Light" panose="020B0004020202020204" pitchFamily="34" charset="0"/>
            </a:endParaRPr>
          </a:p>
        </p:txBody>
      </p:sp>
      <p:sp>
        <p:nvSpPr>
          <p:cNvPr id="1994" name="Text Placeholder 47">
            <a:extLst>
              <a:ext uri="{FF2B5EF4-FFF2-40B4-BE49-F238E27FC236}">
                <a16:creationId xmlns:a16="http://schemas.microsoft.com/office/drawing/2014/main" id="{CE691B96-E32E-F7AA-D0A1-ACAFF2C96FA9}"/>
              </a:ext>
            </a:extLst>
          </p:cNvPr>
          <p:cNvSpPr>
            <a:spLocks noGrp="1"/>
          </p:cNvSpPr>
          <p:nvPr>
            <p:ph type="body" sz="quarter" idx="17" hasCustomPrompt="1"/>
          </p:nvPr>
        </p:nvSpPr>
        <p:spPr>
          <a:xfrm>
            <a:off x="1215450" y="4798918"/>
            <a:ext cx="4517136" cy="246221"/>
          </a:xfrm>
        </p:spPr>
        <p:txBody>
          <a:bodyPr wrap="square" anchor="t" anchorCtr="0">
            <a:noAutofit/>
          </a:bodyPr>
          <a:lstStyle>
            <a:lvl1pPr marL="0" indent="0" algn="l">
              <a:lnSpc>
                <a:spcPct val="100000"/>
              </a:lnSpc>
              <a:spcBef>
                <a:spcPts val="1200"/>
              </a:spcBef>
              <a:spcAft>
                <a:spcPts val="60"/>
              </a:spcAft>
              <a:buNone/>
              <a:defRPr sz="1600" b="0" i="0">
                <a:solidFill>
                  <a:schemeClr val="tx1"/>
                </a:solidFill>
                <a:latin typeface="+mn-lt"/>
                <a:ea typeface="Aptos Light" panose="02000000000000000000" pitchFamily="2" charset="0"/>
              </a:defRPr>
            </a:lvl1pPr>
            <a:lvl2pPr marL="457200" indent="0" algn="ctr">
              <a:buNone/>
              <a:defRPr sz="1600" b="0" i="0">
                <a:solidFill>
                  <a:schemeClr val="bg1"/>
                </a:solidFill>
                <a:latin typeface="Aptos Light" panose="02000000000000000000" pitchFamily="2" charset="0"/>
                <a:ea typeface="Aptos Light" panose="02000000000000000000" pitchFamily="2" charset="0"/>
              </a:defRPr>
            </a:lvl2pPr>
            <a:lvl3pPr marL="914400" indent="0" algn="ctr">
              <a:buNone/>
              <a:defRPr sz="1600" b="0" i="0">
                <a:solidFill>
                  <a:schemeClr val="bg1"/>
                </a:solidFill>
                <a:latin typeface="Aptos Light" panose="02000000000000000000" pitchFamily="2" charset="0"/>
                <a:ea typeface="Aptos Light" panose="02000000000000000000" pitchFamily="2" charset="0"/>
              </a:defRPr>
            </a:lvl3pPr>
            <a:lvl4pPr marL="1371600" indent="0" algn="ctr">
              <a:buNone/>
              <a:defRPr sz="1600" b="0" i="0">
                <a:solidFill>
                  <a:schemeClr val="bg1"/>
                </a:solidFill>
                <a:latin typeface="Aptos Light" panose="02000000000000000000" pitchFamily="2" charset="0"/>
                <a:ea typeface="Aptos Light" panose="02000000000000000000" pitchFamily="2" charset="0"/>
              </a:defRPr>
            </a:lvl4pPr>
            <a:lvl5pPr marL="1828800" indent="0" algn="ctr">
              <a:buNone/>
              <a:defRPr sz="1600" b="0" i="0">
                <a:solidFill>
                  <a:schemeClr val="bg1"/>
                </a:solidFill>
                <a:latin typeface="Aptos Light" panose="02000000000000000000" pitchFamily="2" charset="0"/>
                <a:ea typeface="Aptos Light" panose="02000000000000000000" pitchFamily="2" charset="0"/>
              </a:defRPr>
            </a:lvl5pPr>
          </a:lstStyle>
          <a:p>
            <a:pPr lvl="0"/>
            <a:r>
              <a:rPr lang="en-US" dirty="0"/>
              <a:t>Presenter Affiliation</a:t>
            </a:r>
          </a:p>
        </p:txBody>
      </p:sp>
      <p:pic>
        <p:nvPicPr>
          <p:cNvPr id="5" name="Graphic 4">
            <a:extLst>
              <a:ext uri="{FF2B5EF4-FFF2-40B4-BE49-F238E27FC236}">
                <a16:creationId xmlns:a16="http://schemas.microsoft.com/office/drawing/2014/main" id="{31D47623-818A-705B-B821-F058B0BC952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228108" y="1141396"/>
            <a:ext cx="1780479" cy="428014"/>
          </a:xfrm>
          <a:prstGeom prst="rect">
            <a:avLst/>
          </a:prstGeom>
        </p:spPr>
      </p:pic>
      <p:grpSp>
        <p:nvGrpSpPr>
          <p:cNvPr id="4" name="Group 3">
            <a:extLst>
              <a:ext uri="{FF2B5EF4-FFF2-40B4-BE49-F238E27FC236}">
                <a16:creationId xmlns:a16="http://schemas.microsoft.com/office/drawing/2014/main" id="{989A2CD0-329A-AD66-9E82-A1DB6C6F93A4}"/>
              </a:ext>
            </a:extLst>
          </p:cNvPr>
          <p:cNvGrpSpPr/>
          <p:nvPr userDrawn="1"/>
        </p:nvGrpSpPr>
        <p:grpSpPr>
          <a:xfrm>
            <a:off x="1177351" y="5301081"/>
            <a:ext cx="4558967" cy="438406"/>
            <a:chOff x="1177351" y="5301081"/>
            <a:chExt cx="4558967" cy="438406"/>
          </a:xfrm>
        </p:grpSpPr>
        <p:sp>
          <p:nvSpPr>
            <p:cNvPr id="6" name="TextBox 5">
              <a:extLst>
                <a:ext uri="{FF2B5EF4-FFF2-40B4-BE49-F238E27FC236}">
                  <a16:creationId xmlns:a16="http://schemas.microsoft.com/office/drawing/2014/main" id="{18CD3442-F157-B130-4C8C-C1C6563CA624}"/>
                </a:ext>
              </a:extLst>
            </p:cNvPr>
            <p:cNvSpPr txBox="1"/>
            <p:nvPr userDrawn="1"/>
          </p:nvSpPr>
          <p:spPr>
            <a:xfrm>
              <a:off x="2688336" y="5344755"/>
              <a:ext cx="3047982" cy="369332"/>
            </a:xfrm>
            <a:prstGeom prst="rect">
              <a:avLst/>
            </a:prstGeom>
            <a:noFill/>
          </p:spPr>
          <p:txBody>
            <a:bodyPr wrap="square" lIns="182880" rtlCol="0">
              <a:spAutoFit/>
            </a:bodyPr>
            <a:lstStyle/>
            <a:p>
              <a:r>
                <a:rPr lang="en-US" sz="900" b="0" i="0" dirty="0">
                  <a:solidFill>
                    <a:schemeClr val="tx1"/>
                  </a:solidFill>
                  <a:latin typeface="+mn-lt"/>
                  <a:ea typeface="Aptos" panose="02000000000000000000" pitchFamily="2" charset="0"/>
                </a:rPr>
                <a:t>ORNL IS MANAGED BY UT-BATTELLE LLC </a:t>
              </a:r>
              <a:br>
                <a:rPr lang="en-US" sz="900" b="0" i="0" dirty="0">
                  <a:solidFill>
                    <a:schemeClr val="tx1"/>
                  </a:solidFill>
                  <a:latin typeface="+mn-lt"/>
                  <a:ea typeface="Aptos" panose="02000000000000000000" pitchFamily="2" charset="0"/>
                </a:rPr>
              </a:br>
              <a:r>
                <a:rPr lang="en-US" sz="900" b="0" i="0" dirty="0">
                  <a:solidFill>
                    <a:schemeClr val="tx1"/>
                  </a:solidFill>
                  <a:latin typeface="+mn-lt"/>
                  <a:ea typeface="Aptos" panose="02000000000000000000" pitchFamily="2" charset="0"/>
                </a:rPr>
                <a:t>FOR THE US DEPARTMENT OF ENERGY</a:t>
              </a:r>
            </a:p>
          </p:txBody>
        </p:sp>
        <p:pic>
          <p:nvPicPr>
            <p:cNvPr id="7" name="Picture 6" descr="Shape&#10;&#10;AI-generated content may be incorrect.">
              <a:extLst>
                <a:ext uri="{FF2B5EF4-FFF2-40B4-BE49-F238E27FC236}">
                  <a16:creationId xmlns:a16="http://schemas.microsoft.com/office/drawing/2014/main" id="{442A6DA9-8C3C-81D4-6B8A-D16A90DD9BD7}"/>
                </a:ext>
              </a:extLst>
            </p:cNvPr>
            <p:cNvPicPr>
              <a:picLocks noChangeAspect="1"/>
            </p:cNvPicPr>
            <p:nvPr userDrawn="1"/>
          </p:nvPicPr>
          <p:blipFill>
            <a:blip r:embed="rId4"/>
            <a:stretch>
              <a:fillRect/>
            </a:stretch>
          </p:blipFill>
          <p:spPr>
            <a:xfrm>
              <a:off x="1177351" y="5301081"/>
              <a:ext cx="1526303" cy="438406"/>
            </a:xfrm>
            <a:prstGeom prst="rect">
              <a:avLst/>
            </a:prstGeom>
          </p:spPr>
        </p:pic>
      </p:grpSp>
    </p:spTree>
    <p:extLst>
      <p:ext uri="{BB962C8B-B14F-4D97-AF65-F5344CB8AC3E}">
        <p14:creationId xmlns:p14="http://schemas.microsoft.com/office/powerpoint/2010/main" val="1720754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Custom Image">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E25B3089-0A48-0AC4-08EB-C9D35463AC28}"/>
              </a:ext>
            </a:extLst>
          </p:cNvPr>
          <p:cNvSpPr/>
          <p:nvPr userDrawn="1"/>
        </p:nvSpPr>
        <p:spPr>
          <a:xfrm>
            <a:off x="385763" y="6015038"/>
            <a:ext cx="6899620" cy="575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Light" panose="020B0004020202020204" pitchFamily="34" charset="0"/>
            </a:endParaRPr>
          </a:p>
        </p:txBody>
      </p:sp>
      <p:sp>
        <p:nvSpPr>
          <p:cNvPr id="26" name="Picture Placeholder 25">
            <a:extLst>
              <a:ext uri="{FF2B5EF4-FFF2-40B4-BE49-F238E27FC236}">
                <a16:creationId xmlns:a16="http://schemas.microsoft.com/office/drawing/2014/main" id="{98CF54AA-7F0F-038A-AAAF-AD02F6AA5ACA}"/>
              </a:ext>
            </a:extLst>
          </p:cNvPr>
          <p:cNvSpPr>
            <a:spLocks noGrp="1"/>
          </p:cNvSpPr>
          <p:nvPr>
            <p:ph type="pic" sz="quarter" idx="21"/>
          </p:nvPr>
        </p:nvSpPr>
        <p:spPr>
          <a:xfrm>
            <a:off x="0" y="0"/>
            <a:ext cx="12192000" cy="6858000"/>
          </a:xfrm>
          <a:custGeom>
            <a:avLst/>
            <a:gdLst>
              <a:gd name="connsiteX0" fmla="*/ 896615 w 12192000"/>
              <a:gd name="connsiteY0" fmla="*/ 829307 h 6858000"/>
              <a:gd name="connsiteX1" fmla="*/ 896615 w 12192000"/>
              <a:gd name="connsiteY1" fmla="*/ 6028692 h 6858000"/>
              <a:gd name="connsiteX2" fmla="*/ 6096000 w 12192000"/>
              <a:gd name="connsiteY2" fmla="*/ 6028692 h 6858000"/>
              <a:gd name="connsiteX3" fmla="*/ 6096000 w 12192000"/>
              <a:gd name="connsiteY3" fmla="*/ 829307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896615" y="829307"/>
                </a:moveTo>
                <a:lnTo>
                  <a:pt x="896615" y="6028692"/>
                </a:lnTo>
                <a:lnTo>
                  <a:pt x="6096000" y="6028692"/>
                </a:lnTo>
                <a:lnTo>
                  <a:pt x="6096000" y="829307"/>
                </a:lnTo>
                <a:close/>
                <a:moveTo>
                  <a:pt x="0" y="0"/>
                </a:moveTo>
                <a:lnTo>
                  <a:pt x="12192000" y="0"/>
                </a:lnTo>
                <a:lnTo>
                  <a:pt x="12192000" y="6858000"/>
                </a:lnTo>
                <a:lnTo>
                  <a:pt x="0" y="6858000"/>
                </a:lnTo>
                <a:close/>
              </a:path>
            </a:pathLst>
          </a:custGeom>
          <a:solidFill>
            <a:schemeClr val="bg1">
              <a:lumMod val="95000"/>
            </a:schemeClr>
          </a:solidFill>
        </p:spPr>
        <p:txBody>
          <a:bodyPr wrap="square">
            <a:noAutofit/>
          </a:bodyPr>
          <a:lstStyle>
            <a:lvl1pPr>
              <a:defRPr/>
            </a:lvl1pPr>
          </a:lstStyle>
          <a:p>
            <a:r>
              <a:rPr lang="en-US"/>
              <a:t>Click icon to add picture</a:t>
            </a:r>
            <a:endParaRPr lang="en-US" dirty="0"/>
          </a:p>
        </p:txBody>
      </p:sp>
      <p:sp>
        <p:nvSpPr>
          <p:cNvPr id="41" name="Title 1">
            <a:extLst>
              <a:ext uri="{FF2B5EF4-FFF2-40B4-BE49-F238E27FC236}">
                <a16:creationId xmlns:a16="http://schemas.microsoft.com/office/drawing/2014/main" id="{2B6A4265-6FDC-7301-BD87-6CE0C2335A99}"/>
              </a:ext>
            </a:extLst>
          </p:cNvPr>
          <p:cNvSpPr>
            <a:spLocks noGrp="1"/>
          </p:cNvSpPr>
          <p:nvPr>
            <p:ph type="ctrTitle" hasCustomPrompt="1"/>
          </p:nvPr>
        </p:nvSpPr>
        <p:spPr>
          <a:xfrm>
            <a:off x="1215450" y="2254309"/>
            <a:ext cx="4518085" cy="997196"/>
          </a:xfrm>
        </p:spPr>
        <p:txBody>
          <a:bodyPr wrap="square" anchor="t" anchorCtr="0">
            <a:noAutofit/>
          </a:bodyPr>
          <a:lstStyle>
            <a:lvl1pPr algn="l">
              <a:spcBef>
                <a:spcPts val="1200"/>
              </a:spcBef>
              <a:spcAft>
                <a:spcPts val="60"/>
              </a:spcAft>
              <a:defRPr sz="3600" b="1">
                <a:solidFill>
                  <a:schemeClr val="tx1"/>
                </a:solidFill>
                <a:latin typeface="+mj-lt"/>
              </a:defRPr>
            </a:lvl1pPr>
          </a:lstStyle>
          <a:p>
            <a:r>
              <a:rPr lang="en-US" dirty="0"/>
              <a:t>Presentation Title (Text size no larger than 36pt)</a:t>
            </a:r>
          </a:p>
        </p:txBody>
      </p:sp>
      <p:sp>
        <p:nvSpPr>
          <p:cNvPr id="43" name="Text Placeholder 1961">
            <a:extLst>
              <a:ext uri="{FF2B5EF4-FFF2-40B4-BE49-F238E27FC236}">
                <a16:creationId xmlns:a16="http://schemas.microsoft.com/office/drawing/2014/main" id="{1061D354-0A2B-B951-F1BE-22D610DF35A9}"/>
              </a:ext>
            </a:extLst>
          </p:cNvPr>
          <p:cNvSpPr>
            <a:spLocks noGrp="1"/>
          </p:cNvSpPr>
          <p:nvPr>
            <p:ph type="body" sz="quarter" idx="14" hasCustomPrompt="1"/>
          </p:nvPr>
        </p:nvSpPr>
        <p:spPr>
          <a:xfrm>
            <a:off x="1215450" y="1934670"/>
            <a:ext cx="4518085" cy="193899"/>
          </a:xfrm>
        </p:spPr>
        <p:txBody>
          <a:bodyPr wrap="square" anchor="t" anchorCtr="0">
            <a:noAutofit/>
          </a:bodyPr>
          <a:lstStyle>
            <a:lvl1pPr marL="0" indent="0" algn="l">
              <a:spcBef>
                <a:spcPts val="1200"/>
              </a:spcBef>
              <a:spcAft>
                <a:spcPts val="60"/>
              </a:spcAft>
              <a:buNone/>
              <a:defRPr sz="1400" b="0" i="0" spc="150" baseline="0">
                <a:solidFill>
                  <a:schemeClr val="tx1"/>
                </a:solidFill>
                <a:latin typeface="+mn-lt"/>
                <a:ea typeface="Aptos Light" panose="02000000000000000000" pitchFamily="2" charset="0"/>
              </a:defRPr>
            </a:lvl1pPr>
            <a:lvl2pPr marL="457200" indent="0" algn="ctr">
              <a:buNone/>
              <a:defRPr sz="1400">
                <a:solidFill>
                  <a:schemeClr val="bg1"/>
                </a:solidFill>
              </a:defRPr>
            </a:lvl2pPr>
            <a:lvl3pPr marL="914400" indent="0" algn="ctr">
              <a:buNone/>
              <a:defRPr sz="1400">
                <a:solidFill>
                  <a:schemeClr val="bg1"/>
                </a:solidFill>
              </a:defRPr>
            </a:lvl3pPr>
            <a:lvl4pPr marL="1371600" indent="0" algn="ctr">
              <a:buNone/>
              <a:defRPr sz="1400">
                <a:solidFill>
                  <a:schemeClr val="bg1"/>
                </a:solidFill>
              </a:defRPr>
            </a:lvl4pPr>
            <a:lvl5pPr marL="1828800" indent="0" algn="ctr">
              <a:buNone/>
              <a:defRPr sz="1400">
                <a:solidFill>
                  <a:schemeClr val="bg1"/>
                </a:solidFill>
              </a:defRPr>
            </a:lvl5pPr>
          </a:lstStyle>
          <a:p>
            <a:pPr lvl="0"/>
            <a:r>
              <a:rPr lang="en-US" dirty="0"/>
              <a:t>MONTH XX, XXXX | LOCATION</a:t>
            </a:r>
          </a:p>
        </p:txBody>
      </p:sp>
      <p:pic>
        <p:nvPicPr>
          <p:cNvPr id="31" name="Graphic 30">
            <a:extLst>
              <a:ext uri="{FF2B5EF4-FFF2-40B4-BE49-F238E27FC236}">
                <a16:creationId xmlns:a16="http://schemas.microsoft.com/office/drawing/2014/main" id="{767997A1-375F-1726-DF9D-576251F05B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28108" y="1141396"/>
            <a:ext cx="1780479" cy="428014"/>
          </a:xfrm>
          <a:prstGeom prst="rect">
            <a:avLst/>
          </a:prstGeom>
        </p:spPr>
      </p:pic>
      <p:sp>
        <p:nvSpPr>
          <p:cNvPr id="7" name="Text Placeholder 1963">
            <a:extLst>
              <a:ext uri="{FF2B5EF4-FFF2-40B4-BE49-F238E27FC236}">
                <a16:creationId xmlns:a16="http://schemas.microsoft.com/office/drawing/2014/main" id="{3B1CF4E8-BDC8-B225-DB1D-63D508EC3889}"/>
              </a:ext>
            </a:extLst>
          </p:cNvPr>
          <p:cNvSpPr>
            <a:spLocks noGrp="1"/>
          </p:cNvSpPr>
          <p:nvPr>
            <p:ph type="body" sz="quarter" idx="15" hasCustomPrompt="1"/>
          </p:nvPr>
        </p:nvSpPr>
        <p:spPr>
          <a:xfrm>
            <a:off x="1215450" y="4383195"/>
            <a:ext cx="4517136" cy="332399"/>
          </a:xfrm>
        </p:spPr>
        <p:txBody>
          <a:bodyPr wrap="square" anchor="t" anchorCtr="0">
            <a:noAutofit/>
          </a:bodyPr>
          <a:lstStyle>
            <a:lvl1pPr marL="0" indent="0" algn="l">
              <a:spcBef>
                <a:spcPts val="1200"/>
              </a:spcBef>
              <a:spcAft>
                <a:spcPts val="60"/>
              </a:spcAft>
              <a:buNone/>
              <a:defRPr sz="2400" b="0" i="0">
                <a:solidFill>
                  <a:schemeClr val="tx1"/>
                </a:solidFill>
                <a:latin typeface="+mn-lt"/>
                <a:ea typeface="Aptos Light" panose="02000000000000000000" pitchFamily="2" charset="0"/>
              </a:defRPr>
            </a:lvl1pPr>
            <a:lvl2pPr marL="457200" indent="0" algn="ctr">
              <a:buNone/>
              <a:defRPr sz="2400">
                <a:solidFill>
                  <a:schemeClr val="bg1"/>
                </a:solidFill>
              </a:defRPr>
            </a:lvl2pPr>
            <a:lvl3pPr marL="914400" indent="0" algn="ctr">
              <a:buNone/>
              <a:defRPr sz="2400">
                <a:solidFill>
                  <a:schemeClr val="bg1"/>
                </a:solidFill>
              </a:defRPr>
            </a:lvl3pPr>
            <a:lvl4pPr marL="1371600" indent="0" algn="ctr">
              <a:buNone/>
              <a:defRPr sz="2400">
                <a:solidFill>
                  <a:schemeClr val="bg1"/>
                </a:solidFill>
              </a:defRPr>
            </a:lvl4pPr>
            <a:lvl5pPr marL="1828800" indent="0" algn="ctr">
              <a:buNone/>
              <a:defRPr sz="2400">
                <a:solidFill>
                  <a:schemeClr val="bg1"/>
                </a:solidFill>
              </a:defRPr>
            </a:lvl5pPr>
          </a:lstStyle>
          <a:p>
            <a:pPr lvl="0"/>
            <a:r>
              <a:rPr lang="en-US" dirty="0"/>
              <a:t>First Name, Last Name</a:t>
            </a:r>
          </a:p>
        </p:txBody>
      </p:sp>
      <p:sp>
        <p:nvSpPr>
          <p:cNvPr id="10" name="Text Placeholder 47">
            <a:extLst>
              <a:ext uri="{FF2B5EF4-FFF2-40B4-BE49-F238E27FC236}">
                <a16:creationId xmlns:a16="http://schemas.microsoft.com/office/drawing/2014/main" id="{67FCB669-B9C0-1E9C-516B-D8A804C4C36C}"/>
              </a:ext>
            </a:extLst>
          </p:cNvPr>
          <p:cNvSpPr>
            <a:spLocks noGrp="1"/>
          </p:cNvSpPr>
          <p:nvPr>
            <p:ph type="body" sz="quarter" idx="17" hasCustomPrompt="1"/>
          </p:nvPr>
        </p:nvSpPr>
        <p:spPr>
          <a:xfrm>
            <a:off x="1215450" y="4798918"/>
            <a:ext cx="4517136" cy="246221"/>
          </a:xfrm>
        </p:spPr>
        <p:txBody>
          <a:bodyPr wrap="square" anchor="t" anchorCtr="0">
            <a:noAutofit/>
          </a:bodyPr>
          <a:lstStyle>
            <a:lvl1pPr marL="0" indent="0" algn="l">
              <a:lnSpc>
                <a:spcPct val="100000"/>
              </a:lnSpc>
              <a:spcBef>
                <a:spcPts val="1200"/>
              </a:spcBef>
              <a:spcAft>
                <a:spcPts val="60"/>
              </a:spcAft>
              <a:buNone/>
              <a:defRPr sz="1600" b="0" i="0">
                <a:solidFill>
                  <a:schemeClr val="tx1"/>
                </a:solidFill>
                <a:latin typeface="+mn-lt"/>
                <a:ea typeface="Aptos Light" panose="02000000000000000000" pitchFamily="2" charset="0"/>
              </a:defRPr>
            </a:lvl1pPr>
            <a:lvl2pPr marL="457200" indent="0" algn="ctr">
              <a:buNone/>
              <a:defRPr sz="1600" b="0" i="0">
                <a:solidFill>
                  <a:schemeClr val="bg1"/>
                </a:solidFill>
                <a:latin typeface="Aptos Light" panose="02000000000000000000" pitchFamily="2" charset="0"/>
                <a:ea typeface="Aptos Light" panose="02000000000000000000" pitchFamily="2" charset="0"/>
              </a:defRPr>
            </a:lvl2pPr>
            <a:lvl3pPr marL="914400" indent="0" algn="ctr">
              <a:buNone/>
              <a:defRPr sz="1600" b="0" i="0">
                <a:solidFill>
                  <a:schemeClr val="bg1"/>
                </a:solidFill>
                <a:latin typeface="Aptos Light" panose="02000000000000000000" pitchFamily="2" charset="0"/>
                <a:ea typeface="Aptos Light" panose="02000000000000000000" pitchFamily="2" charset="0"/>
              </a:defRPr>
            </a:lvl3pPr>
            <a:lvl4pPr marL="1371600" indent="0" algn="ctr">
              <a:buNone/>
              <a:defRPr sz="1600" b="0" i="0">
                <a:solidFill>
                  <a:schemeClr val="bg1"/>
                </a:solidFill>
                <a:latin typeface="Aptos Light" panose="02000000000000000000" pitchFamily="2" charset="0"/>
                <a:ea typeface="Aptos Light" panose="02000000000000000000" pitchFamily="2" charset="0"/>
              </a:defRPr>
            </a:lvl4pPr>
            <a:lvl5pPr marL="1828800" indent="0" algn="ctr">
              <a:buNone/>
              <a:defRPr sz="1600" b="0" i="0">
                <a:solidFill>
                  <a:schemeClr val="bg1"/>
                </a:solidFill>
                <a:latin typeface="Aptos Light" panose="02000000000000000000" pitchFamily="2" charset="0"/>
                <a:ea typeface="Aptos Light" panose="02000000000000000000" pitchFamily="2" charset="0"/>
              </a:defRPr>
            </a:lvl5pPr>
          </a:lstStyle>
          <a:p>
            <a:pPr lvl="0"/>
            <a:r>
              <a:rPr lang="en-US" dirty="0"/>
              <a:t>Presenter Affiliation</a:t>
            </a:r>
          </a:p>
        </p:txBody>
      </p:sp>
      <p:sp>
        <p:nvSpPr>
          <p:cNvPr id="13" name="Rectangle 12">
            <a:extLst>
              <a:ext uri="{FF2B5EF4-FFF2-40B4-BE49-F238E27FC236}">
                <a16:creationId xmlns:a16="http://schemas.microsoft.com/office/drawing/2014/main" id="{8D17B51F-DF85-E9E0-712B-297B83E802F9}"/>
              </a:ext>
            </a:extLst>
          </p:cNvPr>
          <p:cNvSpPr/>
          <p:nvPr userDrawn="1"/>
        </p:nvSpPr>
        <p:spPr>
          <a:xfrm>
            <a:off x="1215450" y="3780792"/>
            <a:ext cx="854364" cy="7191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74748"/>
              </a:solidFill>
              <a:latin typeface="Aptos Light" panose="020B0004020202020204" pitchFamily="34" charset="0"/>
            </a:endParaRPr>
          </a:p>
        </p:txBody>
      </p:sp>
      <p:grpSp>
        <p:nvGrpSpPr>
          <p:cNvPr id="2" name="Group 1">
            <a:extLst>
              <a:ext uri="{FF2B5EF4-FFF2-40B4-BE49-F238E27FC236}">
                <a16:creationId xmlns:a16="http://schemas.microsoft.com/office/drawing/2014/main" id="{69BE50A6-F625-0BB9-2DA3-BD2A1D5A1C99}"/>
              </a:ext>
            </a:extLst>
          </p:cNvPr>
          <p:cNvGrpSpPr/>
          <p:nvPr userDrawn="1"/>
        </p:nvGrpSpPr>
        <p:grpSpPr>
          <a:xfrm>
            <a:off x="1177351" y="5301081"/>
            <a:ext cx="4558967" cy="438406"/>
            <a:chOff x="1177351" y="5301081"/>
            <a:chExt cx="4558967" cy="438406"/>
          </a:xfrm>
        </p:grpSpPr>
        <p:sp>
          <p:nvSpPr>
            <p:cNvPr id="3" name="TextBox 2">
              <a:extLst>
                <a:ext uri="{FF2B5EF4-FFF2-40B4-BE49-F238E27FC236}">
                  <a16:creationId xmlns:a16="http://schemas.microsoft.com/office/drawing/2014/main" id="{F46153C1-920A-60DA-AB29-D732EC8AD9DD}"/>
                </a:ext>
              </a:extLst>
            </p:cNvPr>
            <p:cNvSpPr txBox="1"/>
            <p:nvPr userDrawn="1"/>
          </p:nvSpPr>
          <p:spPr>
            <a:xfrm>
              <a:off x="2688336" y="5344755"/>
              <a:ext cx="3047982" cy="369332"/>
            </a:xfrm>
            <a:prstGeom prst="rect">
              <a:avLst/>
            </a:prstGeom>
            <a:noFill/>
          </p:spPr>
          <p:txBody>
            <a:bodyPr wrap="square" lIns="182880" rtlCol="0">
              <a:spAutoFit/>
            </a:bodyPr>
            <a:lstStyle/>
            <a:p>
              <a:r>
                <a:rPr lang="en-US" sz="900" b="0" i="0" dirty="0">
                  <a:solidFill>
                    <a:schemeClr val="tx1"/>
                  </a:solidFill>
                  <a:latin typeface="+mn-lt"/>
                  <a:ea typeface="Aptos" panose="02000000000000000000" pitchFamily="2" charset="0"/>
                </a:rPr>
                <a:t>ORNL IS MANAGED BY UT-BATTELLE LLC </a:t>
              </a:r>
              <a:br>
                <a:rPr lang="en-US" sz="900" b="0" i="0" dirty="0">
                  <a:solidFill>
                    <a:schemeClr val="tx1"/>
                  </a:solidFill>
                  <a:latin typeface="+mn-lt"/>
                  <a:ea typeface="Aptos" panose="02000000000000000000" pitchFamily="2" charset="0"/>
                </a:rPr>
              </a:br>
              <a:r>
                <a:rPr lang="en-US" sz="900" b="0" i="0" dirty="0">
                  <a:solidFill>
                    <a:schemeClr val="tx1"/>
                  </a:solidFill>
                  <a:latin typeface="+mn-lt"/>
                  <a:ea typeface="Aptos" panose="02000000000000000000" pitchFamily="2" charset="0"/>
                </a:rPr>
                <a:t>FOR THE US DEPARTMENT OF ENERGY</a:t>
              </a:r>
            </a:p>
          </p:txBody>
        </p:sp>
        <p:pic>
          <p:nvPicPr>
            <p:cNvPr id="4" name="Picture 3" descr="Shape&#10;&#10;AI-generated content may be incorrect.">
              <a:extLst>
                <a:ext uri="{FF2B5EF4-FFF2-40B4-BE49-F238E27FC236}">
                  <a16:creationId xmlns:a16="http://schemas.microsoft.com/office/drawing/2014/main" id="{2B8A78FF-CBBF-0925-0C04-834044AF1A8A}"/>
                </a:ext>
              </a:extLst>
            </p:cNvPr>
            <p:cNvPicPr>
              <a:picLocks noChangeAspect="1"/>
            </p:cNvPicPr>
            <p:nvPr userDrawn="1"/>
          </p:nvPicPr>
          <p:blipFill>
            <a:blip r:embed="rId3"/>
            <a:stretch>
              <a:fillRect/>
            </a:stretch>
          </p:blipFill>
          <p:spPr>
            <a:xfrm>
              <a:off x="1177351" y="5301081"/>
              <a:ext cx="1526303" cy="438406"/>
            </a:xfrm>
            <a:prstGeom prst="rect">
              <a:avLst/>
            </a:prstGeom>
          </p:spPr>
        </p:pic>
      </p:grpSp>
      <p:sp>
        <p:nvSpPr>
          <p:cNvPr id="5" name="Subtitle 2">
            <a:extLst>
              <a:ext uri="{FF2B5EF4-FFF2-40B4-BE49-F238E27FC236}">
                <a16:creationId xmlns:a16="http://schemas.microsoft.com/office/drawing/2014/main" id="{9461967E-4A3D-99FD-12D2-D204FBEBAFB5}"/>
              </a:ext>
            </a:extLst>
          </p:cNvPr>
          <p:cNvSpPr>
            <a:spLocks noGrp="1"/>
          </p:cNvSpPr>
          <p:nvPr>
            <p:ph type="subTitle" idx="1" hasCustomPrompt="1"/>
          </p:nvPr>
        </p:nvSpPr>
        <p:spPr>
          <a:xfrm>
            <a:off x="1215450" y="4031052"/>
            <a:ext cx="4517136" cy="193899"/>
          </a:xfrm>
        </p:spPr>
        <p:txBody>
          <a:bodyPr wrap="square" anchor="t" anchorCtr="0">
            <a:noAutofit/>
          </a:bodyPr>
          <a:lstStyle>
            <a:lvl1pPr marL="0" indent="0" algn="l">
              <a:spcBef>
                <a:spcPts val="1200"/>
              </a:spcBef>
              <a:spcAft>
                <a:spcPts val="60"/>
              </a:spcAft>
              <a:buNone/>
              <a:defRPr sz="1400" b="1" spc="15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PRESENTED BY</a:t>
            </a:r>
          </a:p>
        </p:txBody>
      </p:sp>
    </p:spTree>
    <p:extLst>
      <p:ext uri="{BB962C8B-B14F-4D97-AF65-F5344CB8AC3E}">
        <p14:creationId xmlns:p14="http://schemas.microsoft.com/office/powerpoint/2010/main" val="3620304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Custom Portrait Image">
    <p:spTree>
      <p:nvGrpSpPr>
        <p:cNvPr id="1" name=""/>
        <p:cNvGrpSpPr/>
        <p:nvPr/>
      </p:nvGrpSpPr>
      <p:grpSpPr>
        <a:xfrm>
          <a:off x="0" y="0"/>
          <a:ext cx="0" cy="0"/>
          <a:chOff x="0" y="0"/>
          <a:chExt cx="0" cy="0"/>
        </a:xfrm>
      </p:grpSpPr>
      <p:pic>
        <p:nvPicPr>
          <p:cNvPr id="7" name="Graphic 285">
            <a:extLst>
              <a:ext uri="{FF2B5EF4-FFF2-40B4-BE49-F238E27FC236}">
                <a16:creationId xmlns:a16="http://schemas.microsoft.com/office/drawing/2014/main" id="{B10B79AB-DA35-C9D9-2529-6A8AA0E50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rot="10800000">
            <a:off x="-1" y="0"/>
            <a:ext cx="6045200" cy="6858000"/>
          </a:xfrm>
          <a:prstGeom prst="rect">
            <a:avLst/>
          </a:prstGeom>
        </p:spPr>
      </p:pic>
      <p:sp>
        <p:nvSpPr>
          <p:cNvPr id="2" name="Title 1">
            <a:extLst>
              <a:ext uri="{FF2B5EF4-FFF2-40B4-BE49-F238E27FC236}">
                <a16:creationId xmlns:a16="http://schemas.microsoft.com/office/drawing/2014/main" id="{627FB722-2E40-971C-7B7A-5663B28FCDB7}"/>
              </a:ext>
            </a:extLst>
          </p:cNvPr>
          <p:cNvSpPr>
            <a:spLocks noGrp="1"/>
          </p:cNvSpPr>
          <p:nvPr>
            <p:ph type="ctrTitle" hasCustomPrompt="1"/>
          </p:nvPr>
        </p:nvSpPr>
        <p:spPr>
          <a:xfrm>
            <a:off x="897657" y="2292076"/>
            <a:ext cx="4465176" cy="997196"/>
          </a:xfrm>
        </p:spPr>
        <p:txBody>
          <a:bodyPr wrap="square" anchor="t" anchorCtr="0">
            <a:noAutofit/>
          </a:bodyPr>
          <a:lstStyle>
            <a:lvl1pPr algn="l">
              <a:spcBef>
                <a:spcPts val="1200"/>
              </a:spcBef>
              <a:spcAft>
                <a:spcPts val="60"/>
              </a:spcAft>
              <a:defRPr sz="3600" b="1">
                <a:solidFill>
                  <a:schemeClr val="bg1"/>
                </a:solidFill>
                <a:latin typeface="+mj-lt"/>
              </a:defRPr>
            </a:lvl1pPr>
          </a:lstStyle>
          <a:p>
            <a:r>
              <a:rPr lang="en-US" dirty="0"/>
              <a:t>Presentation Title (Text size no larger than 36pt)</a:t>
            </a:r>
          </a:p>
        </p:txBody>
      </p:sp>
      <p:sp>
        <p:nvSpPr>
          <p:cNvPr id="3" name="Subtitle 2">
            <a:extLst>
              <a:ext uri="{FF2B5EF4-FFF2-40B4-BE49-F238E27FC236}">
                <a16:creationId xmlns:a16="http://schemas.microsoft.com/office/drawing/2014/main" id="{34CCE055-46B1-6279-21B5-27B8352AB9EC}"/>
              </a:ext>
            </a:extLst>
          </p:cNvPr>
          <p:cNvSpPr>
            <a:spLocks noGrp="1"/>
          </p:cNvSpPr>
          <p:nvPr>
            <p:ph type="subTitle" idx="1" hasCustomPrompt="1"/>
          </p:nvPr>
        </p:nvSpPr>
        <p:spPr>
          <a:xfrm>
            <a:off x="897657" y="4019391"/>
            <a:ext cx="4465176" cy="193899"/>
          </a:xfrm>
        </p:spPr>
        <p:txBody>
          <a:bodyPr wrap="square" anchor="t" anchorCtr="0">
            <a:noAutofit/>
          </a:bodyPr>
          <a:lstStyle>
            <a:lvl1pPr marL="0" indent="0" algn="l">
              <a:spcBef>
                <a:spcPts val="1200"/>
              </a:spcBef>
              <a:spcAft>
                <a:spcPts val="60"/>
              </a:spcAft>
              <a:buNone/>
              <a:defRPr sz="1400" b="1" spc="150"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PRESENTED BY</a:t>
            </a:r>
          </a:p>
        </p:txBody>
      </p:sp>
      <p:sp>
        <p:nvSpPr>
          <p:cNvPr id="1962" name="Text Placeholder 1961">
            <a:extLst>
              <a:ext uri="{FF2B5EF4-FFF2-40B4-BE49-F238E27FC236}">
                <a16:creationId xmlns:a16="http://schemas.microsoft.com/office/drawing/2014/main" id="{05A0F360-5E2B-1313-55AF-9056EF7E8BC2}"/>
              </a:ext>
            </a:extLst>
          </p:cNvPr>
          <p:cNvSpPr>
            <a:spLocks noGrp="1"/>
          </p:cNvSpPr>
          <p:nvPr>
            <p:ph type="body" sz="quarter" idx="14" hasCustomPrompt="1"/>
          </p:nvPr>
        </p:nvSpPr>
        <p:spPr>
          <a:xfrm>
            <a:off x="897657" y="1880997"/>
            <a:ext cx="4465176" cy="193899"/>
          </a:xfrm>
        </p:spPr>
        <p:txBody>
          <a:bodyPr wrap="square" anchor="t" anchorCtr="0">
            <a:noAutofit/>
          </a:bodyPr>
          <a:lstStyle>
            <a:lvl1pPr marL="0" indent="0" algn="l">
              <a:spcBef>
                <a:spcPts val="1200"/>
              </a:spcBef>
              <a:spcAft>
                <a:spcPts val="60"/>
              </a:spcAft>
              <a:buNone/>
              <a:defRPr sz="1400" b="0" i="0" spc="150" baseline="0">
                <a:solidFill>
                  <a:schemeClr val="bg1"/>
                </a:solidFill>
                <a:latin typeface="+mn-lt"/>
                <a:ea typeface="Aptos Light" panose="02000000000000000000" pitchFamily="2" charset="0"/>
              </a:defRPr>
            </a:lvl1pPr>
            <a:lvl2pPr marL="457200" indent="0" algn="ctr">
              <a:buNone/>
              <a:defRPr sz="1400">
                <a:solidFill>
                  <a:schemeClr val="bg1"/>
                </a:solidFill>
              </a:defRPr>
            </a:lvl2pPr>
            <a:lvl3pPr marL="914400" indent="0" algn="ctr">
              <a:buNone/>
              <a:defRPr sz="1400">
                <a:solidFill>
                  <a:schemeClr val="bg1"/>
                </a:solidFill>
              </a:defRPr>
            </a:lvl3pPr>
            <a:lvl4pPr marL="1371600" indent="0" algn="ctr">
              <a:buNone/>
              <a:defRPr sz="1400">
                <a:solidFill>
                  <a:schemeClr val="bg1"/>
                </a:solidFill>
              </a:defRPr>
            </a:lvl4pPr>
            <a:lvl5pPr marL="1828800" indent="0" algn="ctr">
              <a:buNone/>
              <a:defRPr sz="1400">
                <a:solidFill>
                  <a:schemeClr val="bg1"/>
                </a:solidFill>
              </a:defRPr>
            </a:lvl5pPr>
          </a:lstStyle>
          <a:p>
            <a:pPr lvl="0"/>
            <a:r>
              <a:rPr lang="en-US" dirty="0"/>
              <a:t>MONTH XX, XXXX | LOCATION</a:t>
            </a:r>
          </a:p>
        </p:txBody>
      </p:sp>
      <p:sp>
        <p:nvSpPr>
          <p:cNvPr id="1964" name="Text Placeholder 1963">
            <a:extLst>
              <a:ext uri="{FF2B5EF4-FFF2-40B4-BE49-F238E27FC236}">
                <a16:creationId xmlns:a16="http://schemas.microsoft.com/office/drawing/2014/main" id="{D8874D39-76D3-2E6D-F8DD-E0676BF138C5}"/>
              </a:ext>
            </a:extLst>
          </p:cNvPr>
          <p:cNvSpPr>
            <a:spLocks noGrp="1"/>
          </p:cNvSpPr>
          <p:nvPr>
            <p:ph type="body" sz="quarter" idx="15" hasCustomPrompt="1"/>
          </p:nvPr>
        </p:nvSpPr>
        <p:spPr>
          <a:xfrm>
            <a:off x="897657" y="4371534"/>
            <a:ext cx="4465176" cy="332399"/>
          </a:xfrm>
        </p:spPr>
        <p:txBody>
          <a:bodyPr wrap="square" anchor="t" anchorCtr="0">
            <a:noAutofit/>
          </a:bodyPr>
          <a:lstStyle>
            <a:lvl1pPr marL="0" indent="0" algn="l">
              <a:spcBef>
                <a:spcPts val="1200"/>
              </a:spcBef>
              <a:spcAft>
                <a:spcPts val="60"/>
              </a:spcAft>
              <a:buNone/>
              <a:defRPr sz="2400" b="0" i="0">
                <a:solidFill>
                  <a:schemeClr val="bg1"/>
                </a:solidFill>
                <a:latin typeface="+mn-lt"/>
                <a:ea typeface="Aptos Light" panose="02000000000000000000" pitchFamily="2" charset="0"/>
              </a:defRPr>
            </a:lvl1pPr>
            <a:lvl2pPr marL="457200" indent="0" algn="ctr">
              <a:buNone/>
              <a:defRPr sz="2400">
                <a:solidFill>
                  <a:schemeClr val="bg1"/>
                </a:solidFill>
              </a:defRPr>
            </a:lvl2pPr>
            <a:lvl3pPr marL="914400" indent="0" algn="ctr">
              <a:buNone/>
              <a:defRPr sz="2400">
                <a:solidFill>
                  <a:schemeClr val="bg1"/>
                </a:solidFill>
              </a:defRPr>
            </a:lvl3pPr>
            <a:lvl4pPr marL="1371600" indent="0" algn="ctr">
              <a:buNone/>
              <a:defRPr sz="2400">
                <a:solidFill>
                  <a:schemeClr val="bg1"/>
                </a:solidFill>
              </a:defRPr>
            </a:lvl4pPr>
            <a:lvl5pPr marL="1828800" indent="0" algn="ctr">
              <a:buNone/>
              <a:defRPr sz="2400">
                <a:solidFill>
                  <a:schemeClr val="bg1"/>
                </a:solidFill>
              </a:defRPr>
            </a:lvl5pPr>
          </a:lstStyle>
          <a:p>
            <a:pPr lvl="0"/>
            <a:r>
              <a:rPr lang="en-US" dirty="0"/>
              <a:t>First Name, Last Name</a:t>
            </a:r>
          </a:p>
        </p:txBody>
      </p:sp>
      <p:sp>
        <p:nvSpPr>
          <p:cNvPr id="8" name="Rectangle 7">
            <a:extLst>
              <a:ext uri="{FF2B5EF4-FFF2-40B4-BE49-F238E27FC236}">
                <a16:creationId xmlns:a16="http://schemas.microsoft.com/office/drawing/2014/main" id="{C565AA18-2C89-EB56-1919-13EF35EFFBC8}"/>
              </a:ext>
            </a:extLst>
          </p:cNvPr>
          <p:cNvSpPr/>
          <p:nvPr userDrawn="1"/>
        </p:nvSpPr>
        <p:spPr>
          <a:xfrm>
            <a:off x="897656" y="3793881"/>
            <a:ext cx="854364" cy="7191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Light" panose="020B0004020202020204" pitchFamily="34" charset="0"/>
            </a:endParaRPr>
          </a:p>
        </p:txBody>
      </p:sp>
      <p:sp>
        <p:nvSpPr>
          <p:cNvPr id="48" name="Text Placeholder 47">
            <a:extLst>
              <a:ext uri="{FF2B5EF4-FFF2-40B4-BE49-F238E27FC236}">
                <a16:creationId xmlns:a16="http://schemas.microsoft.com/office/drawing/2014/main" id="{894AF511-2F91-5CEA-AAAB-75308FF6C4DB}"/>
              </a:ext>
            </a:extLst>
          </p:cNvPr>
          <p:cNvSpPr>
            <a:spLocks noGrp="1"/>
          </p:cNvSpPr>
          <p:nvPr>
            <p:ph type="body" sz="quarter" idx="17" hasCustomPrompt="1"/>
          </p:nvPr>
        </p:nvSpPr>
        <p:spPr>
          <a:xfrm>
            <a:off x="897657" y="4881013"/>
            <a:ext cx="4465176" cy="246221"/>
          </a:xfrm>
        </p:spPr>
        <p:txBody>
          <a:bodyPr wrap="square" anchor="t" anchorCtr="0">
            <a:noAutofit/>
          </a:bodyPr>
          <a:lstStyle>
            <a:lvl1pPr marL="0" indent="0" algn="l">
              <a:lnSpc>
                <a:spcPct val="100000"/>
              </a:lnSpc>
              <a:spcBef>
                <a:spcPts val="1200"/>
              </a:spcBef>
              <a:spcAft>
                <a:spcPts val="60"/>
              </a:spcAft>
              <a:buNone/>
              <a:defRPr sz="1600" b="0" i="0">
                <a:solidFill>
                  <a:schemeClr val="bg1"/>
                </a:solidFill>
                <a:latin typeface="+mn-lt"/>
                <a:ea typeface="Aptos Light" panose="02000000000000000000" pitchFamily="2" charset="0"/>
              </a:defRPr>
            </a:lvl1pPr>
            <a:lvl2pPr marL="457200" indent="0" algn="ctr">
              <a:buNone/>
              <a:defRPr sz="1600" b="0" i="0">
                <a:solidFill>
                  <a:schemeClr val="bg1"/>
                </a:solidFill>
                <a:latin typeface="Aptos Light" panose="02000000000000000000" pitchFamily="2" charset="0"/>
                <a:ea typeface="Aptos Light" panose="02000000000000000000" pitchFamily="2" charset="0"/>
              </a:defRPr>
            </a:lvl2pPr>
            <a:lvl3pPr marL="914400" indent="0" algn="ctr">
              <a:buNone/>
              <a:defRPr sz="1600" b="0" i="0">
                <a:solidFill>
                  <a:schemeClr val="bg1"/>
                </a:solidFill>
                <a:latin typeface="Aptos Light" panose="02000000000000000000" pitchFamily="2" charset="0"/>
                <a:ea typeface="Aptos Light" panose="02000000000000000000" pitchFamily="2" charset="0"/>
              </a:defRPr>
            </a:lvl3pPr>
            <a:lvl4pPr marL="1371600" indent="0" algn="ctr">
              <a:buNone/>
              <a:defRPr sz="1600" b="0" i="0">
                <a:solidFill>
                  <a:schemeClr val="bg1"/>
                </a:solidFill>
                <a:latin typeface="Aptos Light" panose="02000000000000000000" pitchFamily="2" charset="0"/>
                <a:ea typeface="Aptos Light" panose="02000000000000000000" pitchFamily="2" charset="0"/>
              </a:defRPr>
            </a:lvl4pPr>
            <a:lvl5pPr marL="1828800" indent="0" algn="ctr">
              <a:buNone/>
              <a:defRPr sz="1600" b="0" i="0">
                <a:solidFill>
                  <a:schemeClr val="bg1"/>
                </a:solidFill>
                <a:latin typeface="Aptos Light" panose="02000000000000000000" pitchFamily="2" charset="0"/>
                <a:ea typeface="Aptos Light" panose="02000000000000000000" pitchFamily="2" charset="0"/>
              </a:defRPr>
            </a:lvl5pPr>
          </a:lstStyle>
          <a:p>
            <a:pPr lvl="0"/>
            <a:r>
              <a:rPr lang="en-US" dirty="0"/>
              <a:t>Presenter Affiliation</a:t>
            </a:r>
          </a:p>
        </p:txBody>
      </p:sp>
      <p:sp>
        <p:nvSpPr>
          <p:cNvPr id="9" name="Picture Placeholder 8">
            <a:extLst>
              <a:ext uri="{FF2B5EF4-FFF2-40B4-BE49-F238E27FC236}">
                <a16:creationId xmlns:a16="http://schemas.microsoft.com/office/drawing/2014/main" id="{63D2D23A-F403-7E2C-7D24-BA0C3B867C3E}"/>
              </a:ext>
            </a:extLst>
          </p:cNvPr>
          <p:cNvSpPr>
            <a:spLocks noGrp="1"/>
          </p:cNvSpPr>
          <p:nvPr>
            <p:ph type="pic" sz="quarter" idx="18"/>
          </p:nvPr>
        </p:nvSpPr>
        <p:spPr>
          <a:xfrm>
            <a:off x="6045200" y="0"/>
            <a:ext cx="6146800" cy="6858000"/>
          </a:xfrm>
        </p:spPr>
        <p:txBody>
          <a:bodyPr/>
          <a:lstStyle>
            <a:lvl1pPr>
              <a:defRPr/>
            </a:lvl1pPr>
          </a:lstStyle>
          <a:p>
            <a:r>
              <a:rPr lang="en-US"/>
              <a:t>Click icon to add picture</a:t>
            </a:r>
            <a:endParaRPr lang="en-US" dirty="0"/>
          </a:p>
        </p:txBody>
      </p:sp>
      <p:pic>
        <p:nvPicPr>
          <p:cNvPr id="4" name="Graphic 3">
            <a:extLst>
              <a:ext uri="{FF2B5EF4-FFF2-40B4-BE49-F238E27FC236}">
                <a16:creationId xmlns:a16="http://schemas.microsoft.com/office/drawing/2014/main" id="{D32A73F0-167E-610D-E038-566618F01F9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28070" y="783630"/>
            <a:ext cx="1780479" cy="428014"/>
          </a:xfrm>
          <a:prstGeom prst="rect">
            <a:avLst/>
          </a:prstGeom>
        </p:spPr>
      </p:pic>
      <p:grpSp>
        <p:nvGrpSpPr>
          <p:cNvPr id="5" name="Group 4">
            <a:extLst>
              <a:ext uri="{FF2B5EF4-FFF2-40B4-BE49-F238E27FC236}">
                <a16:creationId xmlns:a16="http://schemas.microsoft.com/office/drawing/2014/main" id="{5F2EFFC1-8D00-2422-39D7-701FD30A5CDF}"/>
              </a:ext>
            </a:extLst>
          </p:cNvPr>
          <p:cNvGrpSpPr/>
          <p:nvPr userDrawn="1"/>
        </p:nvGrpSpPr>
        <p:grpSpPr>
          <a:xfrm>
            <a:off x="859536" y="6108192"/>
            <a:ext cx="4556510" cy="438912"/>
            <a:chOff x="859536" y="6108192"/>
            <a:chExt cx="4556510" cy="438912"/>
          </a:xfrm>
        </p:grpSpPr>
        <p:sp>
          <p:nvSpPr>
            <p:cNvPr id="6" name="TextBox 5">
              <a:extLst>
                <a:ext uri="{FF2B5EF4-FFF2-40B4-BE49-F238E27FC236}">
                  <a16:creationId xmlns:a16="http://schemas.microsoft.com/office/drawing/2014/main" id="{A97F60E2-2A56-9EB3-6B56-9299A963E1AB}"/>
                </a:ext>
              </a:extLst>
            </p:cNvPr>
            <p:cNvSpPr txBox="1"/>
            <p:nvPr userDrawn="1"/>
          </p:nvSpPr>
          <p:spPr>
            <a:xfrm>
              <a:off x="2368064" y="6156068"/>
              <a:ext cx="3047982" cy="369332"/>
            </a:xfrm>
            <a:prstGeom prst="rect">
              <a:avLst/>
            </a:prstGeom>
            <a:noFill/>
          </p:spPr>
          <p:txBody>
            <a:bodyPr wrap="square" lIns="182880" rtlCol="0">
              <a:spAutoFit/>
            </a:bodyPr>
            <a:lstStyle/>
            <a:p>
              <a:r>
                <a:rPr lang="en-US" sz="900" b="0" i="0" dirty="0">
                  <a:solidFill>
                    <a:schemeClr val="bg1"/>
                  </a:solidFill>
                  <a:latin typeface="+mn-lt"/>
                  <a:ea typeface="Aptos" panose="02000000000000000000" pitchFamily="2" charset="0"/>
                </a:rPr>
                <a:t>ORNL IS MANAGED BY UT-BATTELLE LLC </a:t>
              </a:r>
              <a:br>
                <a:rPr lang="en-US" sz="900" b="0" i="0" dirty="0">
                  <a:solidFill>
                    <a:schemeClr val="bg1"/>
                  </a:solidFill>
                  <a:latin typeface="+mn-lt"/>
                  <a:ea typeface="Aptos" panose="02000000000000000000" pitchFamily="2" charset="0"/>
                </a:rPr>
              </a:br>
              <a:r>
                <a:rPr lang="en-US" sz="900" b="0" i="0" dirty="0">
                  <a:solidFill>
                    <a:schemeClr val="bg1"/>
                  </a:solidFill>
                  <a:latin typeface="+mn-lt"/>
                  <a:ea typeface="Aptos" panose="02000000000000000000" pitchFamily="2" charset="0"/>
                </a:rPr>
                <a:t>FOR THE US DEPARTMENT OF ENERGY</a:t>
              </a:r>
            </a:p>
          </p:txBody>
        </p:sp>
        <p:pic>
          <p:nvPicPr>
            <p:cNvPr id="10" name="Picture 9" descr="Text&#10;&#10;AI-generated content may be incorrect.">
              <a:extLst>
                <a:ext uri="{FF2B5EF4-FFF2-40B4-BE49-F238E27FC236}">
                  <a16:creationId xmlns:a16="http://schemas.microsoft.com/office/drawing/2014/main" id="{E05B343D-85E7-C42A-D96E-37A8AB109C5E}"/>
                </a:ext>
              </a:extLst>
            </p:cNvPr>
            <p:cNvPicPr>
              <a:picLocks noChangeAspect="1"/>
            </p:cNvPicPr>
            <p:nvPr userDrawn="1"/>
          </p:nvPicPr>
          <p:blipFill>
            <a:blip r:embed="rId4"/>
            <a:stretch>
              <a:fillRect/>
            </a:stretch>
          </p:blipFill>
          <p:spPr>
            <a:xfrm>
              <a:off x="859536" y="6108192"/>
              <a:ext cx="1528065" cy="438912"/>
            </a:xfrm>
            <a:prstGeom prst="rect">
              <a:avLst/>
            </a:prstGeom>
          </p:spPr>
        </p:pic>
      </p:grpSp>
    </p:spTree>
    <p:extLst>
      <p:ext uri="{BB962C8B-B14F-4D97-AF65-F5344CB8AC3E}">
        <p14:creationId xmlns:p14="http://schemas.microsoft.com/office/powerpoint/2010/main" val="3540133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Custom Landscape Image">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0FE843FE-B2D6-28A8-6229-2F4F14E7EA05}"/>
              </a:ext>
            </a:extLst>
          </p:cNvPr>
          <p:cNvSpPr/>
          <p:nvPr userDrawn="1"/>
        </p:nvSpPr>
        <p:spPr>
          <a:xfrm>
            <a:off x="-1"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5" fmla="*/ 5609063 w 12192000"/>
              <a:gd name="connsiteY5" fmla="*/ 1505414 h 6858000"/>
              <a:gd name="connsiteX6" fmla="*/ 5609063 w 12192000"/>
              <a:gd name="connsiteY6" fmla="*/ 5352586 h 6858000"/>
              <a:gd name="connsiteX7" fmla="*/ 11452302 w 12192000"/>
              <a:gd name="connsiteY7" fmla="*/ 5352586 h 6858000"/>
              <a:gd name="connsiteX8" fmla="*/ 11452302 w 12192000"/>
              <a:gd name="connsiteY8" fmla="*/ 1505414 h 6858000"/>
              <a:gd name="connsiteX9" fmla="*/ 5609063 w 12192000"/>
              <a:gd name="connsiteY9" fmla="*/ 150541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12192000" y="0"/>
                </a:lnTo>
                <a:lnTo>
                  <a:pt x="12192000" y="6858000"/>
                </a:lnTo>
                <a:lnTo>
                  <a:pt x="0" y="6858000"/>
                </a:lnTo>
                <a:lnTo>
                  <a:pt x="0" y="0"/>
                </a:lnTo>
                <a:close/>
                <a:moveTo>
                  <a:pt x="5609063" y="1505414"/>
                </a:moveTo>
                <a:lnTo>
                  <a:pt x="5609063" y="5352586"/>
                </a:lnTo>
                <a:lnTo>
                  <a:pt x="11452302" y="5352586"/>
                </a:lnTo>
                <a:lnTo>
                  <a:pt x="11452302" y="1505414"/>
                </a:lnTo>
                <a:lnTo>
                  <a:pt x="5609063" y="1505414"/>
                </a:lnTo>
                <a:close/>
              </a:path>
            </a:pathLst>
          </a:cu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627FB722-2E40-971C-7B7A-5663B28FCDB7}"/>
              </a:ext>
            </a:extLst>
          </p:cNvPr>
          <p:cNvSpPr>
            <a:spLocks noGrp="1"/>
          </p:cNvSpPr>
          <p:nvPr>
            <p:ph type="ctrTitle" hasCustomPrompt="1"/>
          </p:nvPr>
        </p:nvSpPr>
        <p:spPr>
          <a:xfrm>
            <a:off x="897657" y="2292076"/>
            <a:ext cx="4465176" cy="997196"/>
          </a:xfrm>
        </p:spPr>
        <p:txBody>
          <a:bodyPr wrap="square" anchor="t" anchorCtr="0">
            <a:noAutofit/>
          </a:bodyPr>
          <a:lstStyle>
            <a:lvl1pPr algn="l">
              <a:spcBef>
                <a:spcPts val="1200"/>
              </a:spcBef>
              <a:spcAft>
                <a:spcPts val="60"/>
              </a:spcAft>
              <a:defRPr sz="3600" b="1">
                <a:solidFill>
                  <a:schemeClr val="bg1"/>
                </a:solidFill>
                <a:latin typeface="+mj-lt"/>
              </a:defRPr>
            </a:lvl1pPr>
          </a:lstStyle>
          <a:p>
            <a:r>
              <a:rPr lang="en-US" dirty="0"/>
              <a:t>Presentation Title (Text size no larger than 36pt)</a:t>
            </a:r>
          </a:p>
        </p:txBody>
      </p:sp>
      <p:sp>
        <p:nvSpPr>
          <p:cNvPr id="3" name="Subtitle 2">
            <a:extLst>
              <a:ext uri="{FF2B5EF4-FFF2-40B4-BE49-F238E27FC236}">
                <a16:creationId xmlns:a16="http://schemas.microsoft.com/office/drawing/2014/main" id="{34CCE055-46B1-6279-21B5-27B8352AB9EC}"/>
              </a:ext>
            </a:extLst>
          </p:cNvPr>
          <p:cNvSpPr>
            <a:spLocks noGrp="1"/>
          </p:cNvSpPr>
          <p:nvPr>
            <p:ph type="subTitle" idx="1" hasCustomPrompt="1"/>
          </p:nvPr>
        </p:nvSpPr>
        <p:spPr>
          <a:xfrm>
            <a:off x="897657" y="4019391"/>
            <a:ext cx="4465176" cy="193899"/>
          </a:xfrm>
        </p:spPr>
        <p:txBody>
          <a:bodyPr wrap="square" anchor="t" anchorCtr="0">
            <a:noAutofit/>
          </a:bodyPr>
          <a:lstStyle>
            <a:lvl1pPr marL="0" indent="0" algn="l">
              <a:spcBef>
                <a:spcPts val="1200"/>
              </a:spcBef>
              <a:spcAft>
                <a:spcPts val="60"/>
              </a:spcAft>
              <a:buNone/>
              <a:defRPr sz="1400" b="1" spc="150"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PRESENTED BY</a:t>
            </a:r>
          </a:p>
        </p:txBody>
      </p:sp>
      <p:sp>
        <p:nvSpPr>
          <p:cNvPr id="1962" name="Text Placeholder 1961">
            <a:extLst>
              <a:ext uri="{FF2B5EF4-FFF2-40B4-BE49-F238E27FC236}">
                <a16:creationId xmlns:a16="http://schemas.microsoft.com/office/drawing/2014/main" id="{05A0F360-5E2B-1313-55AF-9056EF7E8BC2}"/>
              </a:ext>
            </a:extLst>
          </p:cNvPr>
          <p:cNvSpPr>
            <a:spLocks noGrp="1"/>
          </p:cNvSpPr>
          <p:nvPr>
            <p:ph type="body" sz="quarter" idx="14" hasCustomPrompt="1"/>
          </p:nvPr>
        </p:nvSpPr>
        <p:spPr>
          <a:xfrm>
            <a:off x="897657" y="1880997"/>
            <a:ext cx="4465176" cy="193899"/>
          </a:xfrm>
        </p:spPr>
        <p:txBody>
          <a:bodyPr wrap="square" anchor="t" anchorCtr="0">
            <a:noAutofit/>
          </a:bodyPr>
          <a:lstStyle>
            <a:lvl1pPr marL="0" indent="0" algn="l">
              <a:spcBef>
                <a:spcPts val="1200"/>
              </a:spcBef>
              <a:spcAft>
                <a:spcPts val="60"/>
              </a:spcAft>
              <a:buNone/>
              <a:defRPr sz="1400" b="0" i="0" spc="150" baseline="0">
                <a:solidFill>
                  <a:schemeClr val="bg1"/>
                </a:solidFill>
                <a:latin typeface="+mn-lt"/>
                <a:ea typeface="Aptos Light" panose="02000000000000000000" pitchFamily="2" charset="0"/>
              </a:defRPr>
            </a:lvl1pPr>
            <a:lvl2pPr marL="457200" indent="0" algn="ctr">
              <a:buNone/>
              <a:defRPr sz="1400">
                <a:solidFill>
                  <a:schemeClr val="bg1"/>
                </a:solidFill>
              </a:defRPr>
            </a:lvl2pPr>
            <a:lvl3pPr marL="914400" indent="0" algn="ctr">
              <a:buNone/>
              <a:defRPr sz="1400">
                <a:solidFill>
                  <a:schemeClr val="bg1"/>
                </a:solidFill>
              </a:defRPr>
            </a:lvl3pPr>
            <a:lvl4pPr marL="1371600" indent="0" algn="ctr">
              <a:buNone/>
              <a:defRPr sz="1400">
                <a:solidFill>
                  <a:schemeClr val="bg1"/>
                </a:solidFill>
              </a:defRPr>
            </a:lvl4pPr>
            <a:lvl5pPr marL="1828800" indent="0" algn="ctr">
              <a:buNone/>
              <a:defRPr sz="1400">
                <a:solidFill>
                  <a:schemeClr val="bg1"/>
                </a:solidFill>
              </a:defRPr>
            </a:lvl5pPr>
          </a:lstStyle>
          <a:p>
            <a:pPr lvl="0"/>
            <a:r>
              <a:rPr lang="en-US" dirty="0"/>
              <a:t>MONTH XX, XXXX | LOCATION</a:t>
            </a:r>
          </a:p>
        </p:txBody>
      </p:sp>
      <p:sp>
        <p:nvSpPr>
          <p:cNvPr id="1964" name="Text Placeholder 1963">
            <a:extLst>
              <a:ext uri="{FF2B5EF4-FFF2-40B4-BE49-F238E27FC236}">
                <a16:creationId xmlns:a16="http://schemas.microsoft.com/office/drawing/2014/main" id="{D8874D39-76D3-2E6D-F8DD-E0676BF138C5}"/>
              </a:ext>
            </a:extLst>
          </p:cNvPr>
          <p:cNvSpPr>
            <a:spLocks noGrp="1"/>
          </p:cNvSpPr>
          <p:nvPr>
            <p:ph type="body" sz="quarter" idx="15" hasCustomPrompt="1"/>
          </p:nvPr>
        </p:nvSpPr>
        <p:spPr>
          <a:xfrm>
            <a:off x="897657" y="4371534"/>
            <a:ext cx="4465176" cy="332399"/>
          </a:xfrm>
        </p:spPr>
        <p:txBody>
          <a:bodyPr wrap="square" anchor="t" anchorCtr="0">
            <a:noAutofit/>
          </a:bodyPr>
          <a:lstStyle>
            <a:lvl1pPr marL="0" indent="0" algn="l">
              <a:spcBef>
                <a:spcPts val="1200"/>
              </a:spcBef>
              <a:spcAft>
                <a:spcPts val="60"/>
              </a:spcAft>
              <a:buNone/>
              <a:defRPr sz="2400" b="0" i="0">
                <a:solidFill>
                  <a:schemeClr val="bg1"/>
                </a:solidFill>
                <a:latin typeface="+mn-lt"/>
                <a:ea typeface="Aptos Light" panose="02000000000000000000" pitchFamily="2" charset="0"/>
              </a:defRPr>
            </a:lvl1pPr>
            <a:lvl2pPr marL="457200" indent="0" algn="ctr">
              <a:buNone/>
              <a:defRPr sz="2400">
                <a:solidFill>
                  <a:schemeClr val="bg1"/>
                </a:solidFill>
              </a:defRPr>
            </a:lvl2pPr>
            <a:lvl3pPr marL="914400" indent="0" algn="ctr">
              <a:buNone/>
              <a:defRPr sz="2400">
                <a:solidFill>
                  <a:schemeClr val="bg1"/>
                </a:solidFill>
              </a:defRPr>
            </a:lvl3pPr>
            <a:lvl4pPr marL="1371600" indent="0" algn="ctr">
              <a:buNone/>
              <a:defRPr sz="2400">
                <a:solidFill>
                  <a:schemeClr val="bg1"/>
                </a:solidFill>
              </a:defRPr>
            </a:lvl4pPr>
            <a:lvl5pPr marL="1828800" indent="0" algn="ctr">
              <a:buNone/>
              <a:defRPr sz="2400">
                <a:solidFill>
                  <a:schemeClr val="bg1"/>
                </a:solidFill>
              </a:defRPr>
            </a:lvl5pPr>
          </a:lstStyle>
          <a:p>
            <a:pPr lvl="0"/>
            <a:r>
              <a:rPr lang="en-US" dirty="0"/>
              <a:t>First Name, Last Name</a:t>
            </a:r>
          </a:p>
        </p:txBody>
      </p:sp>
      <p:sp>
        <p:nvSpPr>
          <p:cNvPr id="8" name="Rectangle 7">
            <a:extLst>
              <a:ext uri="{FF2B5EF4-FFF2-40B4-BE49-F238E27FC236}">
                <a16:creationId xmlns:a16="http://schemas.microsoft.com/office/drawing/2014/main" id="{C565AA18-2C89-EB56-1919-13EF35EFFBC8}"/>
              </a:ext>
            </a:extLst>
          </p:cNvPr>
          <p:cNvSpPr/>
          <p:nvPr userDrawn="1"/>
        </p:nvSpPr>
        <p:spPr>
          <a:xfrm>
            <a:off x="897656" y="3793881"/>
            <a:ext cx="854364" cy="7191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Light" panose="020B0004020202020204" pitchFamily="34" charset="0"/>
            </a:endParaRPr>
          </a:p>
        </p:txBody>
      </p:sp>
      <p:sp>
        <p:nvSpPr>
          <p:cNvPr id="48" name="Text Placeholder 47">
            <a:extLst>
              <a:ext uri="{FF2B5EF4-FFF2-40B4-BE49-F238E27FC236}">
                <a16:creationId xmlns:a16="http://schemas.microsoft.com/office/drawing/2014/main" id="{894AF511-2F91-5CEA-AAAB-75308FF6C4DB}"/>
              </a:ext>
            </a:extLst>
          </p:cNvPr>
          <p:cNvSpPr>
            <a:spLocks noGrp="1"/>
          </p:cNvSpPr>
          <p:nvPr>
            <p:ph type="body" sz="quarter" idx="17" hasCustomPrompt="1"/>
          </p:nvPr>
        </p:nvSpPr>
        <p:spPr>
          <a:xfrm>
            <a:off x="897657" y="4881013"/>
            <a:ext cx="4465176" cy="246221"/>
          </a:xfrm>
        </p:spPr>
        <p:txBody>
          <a:bodyPr wrap="square" anchor="t" anchorCtr="0">
            <a:noAutofit/>
          </a:bodyPr>
          <a:lstStyle>
            <a:lvl1pPr marL="0" indent="0" algn="l">
              <a:lnSpc>
                <a:spcPct val="100000"/>
              </a:lnSpc>
              <a:spcBef>
                <a:spcPts val="1200"/>
              </a:spcBef>
              <a:spcAft>
                <a:spcPts val="60"/>
              </a:spcAft>
              <a:buNone/>
              <a:defRPr sz="1600" b="0" i="0">
                <a:solidFill>
                  <a:schemeClr val="bg1"/>
                </a:solidFill>
                <a:latin typeface="+mn-lt"/>
                <a:ea typeface="Aptos Light" panose="02000000000000000000" pitchFamily="2" charset="0"/>
              </a:defRPr>
            </a:lvl1pPr>
            <a:lvl2pPr marL="457200" indent="0" algn="ctr">
              <a:buNone/>
              <a:defRPr sz="1600" b="0" i="0">
                <a:solidFill>
                  <a:schemeClr val="bg1"/>
                </a:solidFill>
                <a:latin typeface="Aptos Light" panose="02000000000000000000" pitchFamily="2" charset="0"/>
                <a:ea typeface="Aptos Light" panose="02000000000000000000" pitchFamily="2" charset="0"/>
              </a:defRPr>
            </a:lvl2pPr>
            <a:lvl3pPr marL="914400" indent="0" algn="ctr">
              <a:buNone/>
              <a:defRPr sz="1600" b="0" i="0">
                <a:solidFill>
                  <a:schemeClr val="bg1"/>
                </a:solidFill>
                <a:latin typeface="Aptos Light" panose="02000000000000000000" pitchFamily="2" charset="0"/>
                <a:ea typeface="Aptos Light" panose="02000000000000000000" pitchFamily="2" charset="0"/>
              </a:defRPr>
            </a:lvl3pPr>
            <a:lvl4pPr marL="1371600" indent="0" algn="ctr">
              <a:buNone/>
              <a:defRPr sz="1600" b="0" i="0">
                <a:solidFill>
                  <a:schemeClr val="bg1"/>
                </a:solidFill>
                <a:latin typeface="Aptos Light" panose="02000000000000000000" pitchFamily="2" charset="0"/>
                <a:ea typeface="Aptos Light" panose="02000000000000000000" pitchFamily="2" charset="0"/>
              </a:defRPr>
            </a:lvl4pPr>
            <a:lvl5pPr marL="1828800" indent="0" algn="ctr">
              <a:buNone/>
              <a:defRPr sz="1600" b="0" i="0">
                <a:solidFill>
                  <a:schemeClr val="bg1"/>
                </a:solidFill>
                <a:latin typeface="Aptos Light" panose="02000000000000000000" pitchFamily="2" charset="0"/>
                <a:ea typeface="Aptos Light" panose="02000000000000000000" pitchFamily="2" charset="0"/>
              </a:defRPr>
            </a:lvl5pPr>
          </a:lstStyle>
          <a:p>
            <a:pPr lvl="0"/>
            <a:r>
              <a:rPr lang="en-US" dirty="0"/>
              <a:t>Presenter Affiliation</a:t>
            </a:r>
          </a:p>
        </p:txBody>
      </p:sp>
      <p:sp>
        <p:nvSpPr>
          <p:cNvPr id="9" name="Picture Placeholder 8">
            <a:extLst>
              <a:ext uri="{FF2B5EF4-FFF2-40B4-BE49-F238E27FC236}">
                <a16:creationId xmlns:a16="http://schemas.microsoft.com/office/drawing/2014/main" id="{63D2D23A-F403-7E2C-7D24-BA0C3B867C3E}"/>
              </a:ext>
            </a:extLst>
          </p:cNvPr>
          <p:cNvSpPr>
            <a:spLocks noGrp="1"/>
          </p:cNvSpPr>
          <p:nvPr>
            <p:ph type="pic" sz="quarter" idx="18"/>
          </p:nvPr>
        </p:nvSpPr>
        <p:spPr>
          <a:xfrm>
            <a:off x="5609063" y="1481958"/>
            <a:ext cx="5843239" cy="3891648"/>
          </a:xfrm>
        </p:spPr>
        <p:txBody>
          <a:bodyPr/>
          <a:lstStyle>
            <a:lvl1pPr>
              <a:defRPr/>
            </a:lvl1pPr>
          </a:lstStyle>
          <a:p>
            <a:r>
              <a:rPr lang="en-US"/>
              <a:t>Click icon to add picture</a:t>
            </a:r>
            <a:endParaRPr lang="en-US" dirty="0"/>
          </a:p>
        </p:txBody>
      </p:sp>
      <p:pic>
        <p:nvPicPr>
          <p:cNvPr id="4" name="Graphic 3">
            <a:extLst>
              <a:ext uri="{FF2B5EF4-FFF2-40B4-BE49-F238E27FC236}">
                <a16:creationId xmlns:a16="http://schemas.microsoft.com/office/drawing/2014/main" id="{D32A73F0-167E-610D-E038-566618F01F9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28070" y="783630"/>
            <a:ext cx="1780479" cy="428014"/>
          </a:xfrm>
          <a:prstGeom prst="rect">
            <a:avLst/>
          </a:prstGeom>
        </p:spPr>
      </p:pic>
      <p:grpSp>
        <p:nvGrpSpPr>
          <p:cNvPr id="5" name="Group 4">
            <a:extLst>
              <a:ext uri="{FF2B5EF4-FFF2-40B4-BE49-F238E27FC236}">
                <a16:creationId xmlns:a16="http://schemas.microsoft.com/office/drawing/2014/main" id="{C8EA40F8-43C7-91B8-DB7E-DDD5E2408A38}"/>
              </a:ext>
            </a:extLst>
          </p:cNvPr>
          <p:cNvGrpSpPr/>
          <p:nvPr userDrawn="1"/>
        </p:nvGrpSpPr>
        <p:grpSpPr>
          <a:xfrm>
            <a:off x="859536" y="6108192"/>
            <a:ext cx="4556510" cy="438912"/>
            <a:chOff x="859536" y="6108192"/>
            <a:chExt cx="4556510" cy="438912"/>
          </a:xfrm>
        </p:grpSpPr>
        <p:sp>
          <p:nvSpPr>
            <p:cNvPr id="6" name="TextBox 5">
              <a:extLst>
                <a:ext uri="{FF2B5EF4-FFF2-40B4-BE49-F238E27FC236}">
                  <a16:creationId xmlns:a16="http://schemas.microsoft.com/office/drawing/2014/main" id="{5252F9E3-A27C-53E8-B52E-49794F69B0DB}"/>
                </a:ext>
              </a:extLst>
            </p:cNvPr>
            <p:cNvSpPr txBox="1"/>
            <p:nvPr userDrawn="1"/>
          </p:nvSpPr>
          <p:spPr>
            <a:xfrm>
              <a:off x="2368064" y="6156068"/>
              <a:ext cx="3047982" cy="369332"/>
            </a:xfrm>
            <a:prstGeom prst="rect">
              <a:avLst/>
            </a:prstGeom>
            <a:noFill/>
          </p:spPr>
          <p:txBody>
            <a:bodyPr wrap="square" lIns="182880" rtlCol="0">
              <a:spAutoFit/>
            </a:bodyPr>
            <a:lstStyle/>
            <a:p>
              <a:r>
                <a:rPr lang="en-US" sz="900" b="0" i="0" dirty="0">
                  <a:solidFill>
                    <a:schemeClr val="bg1"/>
                  </a:solidFill>
                  <a:latin typeface="+mn-lt"/>
                  <a:ea typeface="Aptos" panose="02000000000000000000" pitchFamily="2" charset="0"/>
                </a:rPr>
                <a:t>ORNL IS MANAGED BY UT-BATTELLE LLC </a:t>
              </a:r>
              <a:br>
                <a:rPr lang="en-US" sz="900" b="0" i="0" dirty="0">
                  <a:solidFill>
                    <a:schemeClr val="bg1"/>
                  </a:solidFill>
                  <a:latin typeface="+mn-lt"/>
                  <a:ea typeface="Aptos" panose="02000000000000000000" pitchFamily="2" charset="0"/>
                </a:rPr>
              </a:br>
              <a:r>
                <a:rPr lang="en-US" sz="900" b="0" i="0" dirty="0">
                  <a:solidFill>
                    <a:schemeClr val="bg1"/>
                  </a:solidFill>
                  <a:latin typeface="+mn-lt"/>
                  <a:ea typeface="Aptos" panose="02000000000000000000" pitchFamily="2" charset="0"/>
                </a:rPr>
                <a:t>FOR THE US DEPARTMENT OF ENERGY</a:t>
              </a:r>
            </a:p>
          </p:txBody>
        </p:sp>
        <p:pic>
          <p:nvPicPr>
            <p:cNvPr id="7" name="Picture 6" descr="Text&#10;&#10;AI-generated content may be incorrect.">
              <a:extLst>
                <a:ext uri="{FF2B5EF4-FFF2-40B4-BE49-F238E27FC236}">
                  <a16:creationId xmlns:a16="http://schemas.microsoft.com/office/drawing/2014/main" id="{DB53C206-3DA3-C765-EB66-A35BBF705421}"/>
                </a:ext>
              </a:extLst>
            </p:cNvPr>
            <p:cNvPicPr>
              <a:picLocks noChangeAspect="1"/>
            </p:cNvPicPr>
            <p:nvPr userDrawn="1"/>
          </p:nvPicPr>
          <p:blipFill>
            <a:blip r:embed="rId4"/>
            <a:stretch>
              <a:fillRect/>
            </a:stretch>
          </p:blipFill>
          <p:spPr>
            <a:xfrm>
              <a:off x="859536" y="6108192"/>
              <a:ext cx="1528065" cy="438912"/>
            </a:xfrm>
            <a:prstGeom prst="rect">
              <a:avLst/>
            </a:prstGeom>
          </p:spPr>
        </p:pic>
      </p:grpSp>
    </p:spTree>
    <p:extLst>
      <p:ext uri="{BB962C8B-B14F-4D97-AF65-F5344CB8AC3E}">
        <p14:creationId xmlns:p14="http://schemas.microsoft.com/office/powerpoint/2010/main" val="3768814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tandard Text-only">
    <p:spTree>
      <p:nvGrpSpPr>
        <p:cNvPr id="1" name=""/>
        <p:cNvGrpSpPr/>
        <p:nvPr/>
      </p:nvGrpSpPr>
      <p:grpSpPr>
        <a:xfrm>
          <a:off x="0" y="0"/>
          <a:ext cx="0" cy="0"/>
          <a:chOff x="0" y="0"/>
          <a:chExt cx="0" cy="0"/>
        </a:xfrm>
      </p:grpSpPr>
      <p:pic>
        <p:nvPicPr>
          <p:cNvPr id="5" name="Graphic 285">
            <a:extLst>
              <a:ext uri="{FF2B5EF4-FFF2-40B4-BE49-F238E27FC236}">
                <a16:creationId xmlns:a16="http://schemas.microsoft.com/office/drawing/2014/main" id="{A95873F9-24C5-691B-E0D0-B31D39B7FBB2}"/>
              </a:ext>
            </a:extLst>
          </p:cNvPr>
          <p:cNvPicPr>
            <a:picLocks noChangeAspect="1"/>
          </p:cNvPicPr>
          <p:nvPr userDrawn="1"/>
        </p:nvPicPr>
        <p:blipFill>
          <a:blip r:embed="rId2"/>
          <a:srcRect/>
          <a:stretch/>
        </p:blipFill>
        <p:spPr>
          <a:xfrm rot="10800000">
            <a:off x="0" y="0"/>
            <a:ext cx="12192000" cy="6858000"/>
          </a:xfrm>
          <a:prstGeom prst="rect">
            <a:avLst/>
          </a:prstGeom>
        </p:spPr>
      </p:pic>
      <p:sp>
        <p:nvSpPr>
          <p:cNvPr id="2" name="Title 1">
            <a:extLst>
              <a:ext uri="{FF2B5EF4-FFF2-40B4-BE49-F238E27FC236}">
                <a16:creationId xmlns:a16="http://schemas.microsoft.com/office/drawing/2014/main" id="{627FB722-2E40-971C-7B7A-5663B28FCDB7}"/>
              </a:ext>
            </a:extLst>
          </p:cNvPr>
          <p:cNvSpPr>
            <a:spLocks noGrp="1"/>
          </p:cNvSpPr>
          <p:nvPr>
            <p:ph type="ctrTitle" hasCustomPrompt="1"/>
          </p:nvPr>
        </p:nvSpPr>
        <p:spPr>
          <a:xfrm>
            <a:off x="897656" y="2292076"/>
            <a:ext cx="10396685" cy="997196"/>
          </a:xfrm>
        </p:spPr>
        <p:txBody>
          <a:bodyPr wrap="square" anchor="t" anchorCtr="0">
            <a:noAutofit/>
          </a:bodyPr>
          <a:lstStyle>
            <a:lvl1pPr algn="l">
              <a:spcBef>
                <a:spcPts val="1200"/>
              </a:spcBef>
              <a:spcAft>
                <a:spcPts val="60"/>
              </a:spcAft>
              <a:defRPr sz="3600" b="1">
                <a:solidFill>
                  <a:schemeClr val="bg1"/>
                </a:solidFill>
                <a:latin typeface="+mj-lt"/>
              </a:defRPr>
            </a:lvl1pPr>
          </a:lstStyle>
          <a:p>
            <a:r>
              <a:rPr lang="en-US" dirty="0"/>
              <a:t>Presentation Title: Best Title Option for Longer Presentation Titles (Text Size no larger than 36pt and no smaller than 20pt) </a:t>
            </a:r>
          </a:p>
        </p:txBody>
      </p:sp>
      <p:sp>
        <p:nvSpPr>
          <p:cNvPr id="3" name="Subtitle 2">
            <a:extLst>
              <a:ext uri="{FF2B5EF4-FFF2-40B4-BE49-F238E27FC236}">
                <a16:creationId xmlns:a16="http://schemas.microsoft.com/office/drawing/2014/main" id="{34CCE055-46B1-6279-21B5-27B8352AB9EC}"/>
              </a:ext>
            </a:extLst>
          </p:cNvPr>
          <p:cNvSpPr>
            <a:spLocks noGrp="1"/>
          </p:cNvSpPr>
          <p:nvPr>
            <p:ph type="subTitle" idx="1" hasCustomPrompt="1"/>
          </p:nvPr>
        </p:nvSpPr>
        <p:spPr>
          <a:xfrm>
            <a:off x="897656" y="4019391"/>
            <a:ext cx="10396685" cy="193899"/>
          </a:xfrm>
        </p:spPr>
        <p:txBody>
          <a:bodyPr wrap="square" anchor="t" anchorCtr="0">
            <a:noAutofit/>
          </a:bodyPr>
          <a:lstStyle>
            <a:lvl1pPr marL="0" indent="0" algn="l">
              <a:spcBef>
                <a:spcPts val="1200"/>
              </a:spcBef>
              <a:spcAft>
                <a:spcPts val="60"/>
              </a:spcAft>
              <a:buNone/>
              <a:defRPr sz="1400" b="1" spc="150"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PRESENTED BY</a:t>
            </a:r>
          </a:p>
        </p:txBody>
      </p:sp>
      <p:sp>
        <p:nvSpPr>
          <p:cNvPr id="1962" name="Text Placeholder 1961">
            <a:extLst>
              <a:ext uri="{FF2B5EF4-FFF2-40B4-BE49-F238E27FC236}">
                <a16:creationId xmlns:a16="http://schemas.microsoft.com/office/drawing/2014/main" id="{05A0F360-5E2B-1313-55AF-9056EF7E8BC2}"/>
              </a:ext>
            </a:extLst>
          </p:cNvPr>
          <p:cNvSpPr>
            <a:spLocks noGrp="1"/>
          </p:cNvSpPr>
          <p:nvPr>
            <p:ph type="body" sz="quarter" idx="14" hasCustomPrompt="1"/>
          </p:nvPr>
        </p:nvSpPr>
        <p:spPr>
          <a:xfrm>
            <a:off x="897656" y="1880997"/>
            <a:ext cx="10396685" cy="193899"/>
          </a:xfrm>
        </p:spPr>
        <p:txBody>
          <a:bodyPr wrap="square" anchor="t" anchorCtr="0">
            <a:noAutofit/>
          </a:bodyPr>
          <a:lstStyle>
            <a:lvl1pPr marL="0" indent="0" algn="l">
              <a:spcBef>
                <a:spcPts val="1200"/>
              </a:spcBef>
              <a:spcAft>
                <a:spcPts val="60"/>
              </a:spcAft>
              <a:buNone/>
              <a:defRPr sz="1400" b="0" i="0" spc="150" baseline="0">
                <a:solidFill>
                  <a:schemeClr val="bg1"/>
                </a:solidFill>
                <a:latin typeface="+mn-lt"/>
                <a:ea typeface="Aptos Light" panose="02000000000000000000" pitchFamily="2" charset="0"/>
              </a:defRPr>
            </a:lvl1pPr>
            <a:lvl2pPr marL="457200" indent="0" algn="ctr">
              <a:buNone/>
              <a:defRPr sz="1400">
                <a:solidFill>
                  <a:schemeClr val="bg1"/>
                </a:solidFill>
              </a:defRPr>
            </a:lvl2pPr>
            <a:lvl3pPr marL="914400" indent="0" algn="ctr">
              <a:buNone/>
              <a:defRPr sz="1400">
                <a:solidFill>
                  <a:schemeClr val="bg1"/>
                </a:solidFill>
              </a:defRPr>
            </a:lvl3pPr>
            <a:lvl4pPr marL="1371600" indent="0" algn="ctr">
              <a:buNone/>
              <a:defRPr sz="1400">
                <a:solidFill>
                  <a:schemeClr val="bg1"/>
                </a:solidFill>
              </a:defRPr>
            </a:lvl4pPr>
            <a:lvl5pPr marL="1828800" indent="0" algn="ctr">
              <a:buNone/>
              <a:defRPr sz="1400">
                <a:solidFill>
                  <a:schemeClr val="bg1"/>
                </a:solidFill>
              </a:defRPr>
            </a:lvl5pPr>
          </a:lstStyle>
          <a:p>
            <a:pPr lvl="0"/>
            <a:r>
              <a:rPr lang="en-US" dirty="0"/>
              <a:t>MONTH XX, XXXX | LOCATION</a:t>
            </a:r>
          </a:p>
        </p:txBody>
      </p:sp>
      <p:sp>
        <p:nvSpPr>
          <p:cNvPr id="1964" name="Text Placeholder 1963">
            <a:extLst>
              <a:ext uri="{FF2B5EF4-FFF2-40B4-BE49-F238E27FC236}">
                <a16:creationId xmlns:a16="http://schemas.microsoft.com/office/drawing/2014/main" id="{D8874D39-76D3-2E6D-F8DD-E0676BF138C5}"/>
              </a:ext>
            </a:extLst>
          </p:cNvPr>
          <p:cNvSpPr>
            <a:spLocks noGrp="1"/>
          </p:cNvSpPr>
          <p:nvPr>
            <p:ph type="body" sz="quarter" idx="15" hasCustomPrompt="1"/>
          </p:nvPr>
        </p:nvSpPr>
        <p:spPr>
          <a:xfrm>
            <a:off x="897656" y="4371534"/>
            <a:ext cx="10396685" cy="332399"/>
          </a:xfrm>
        </p:spPr>
        <p:txBody>
          <a:bodyPr wrap="square" anchor="t" anchorCtr="0">
            <a:noAutofit/>
          </a:bodyPr>
          <a:lstStyle>
            <a:lvl1pPr marL="0" indent="0" algn="l">
              <a:spcBef>
                <a:spcPts val="1200"/>
              </a:spcBef>
              <a:spcAft>
                <a:spcPts val="60"/>
              </a:spcAft>
              <a:buNone/>
              <a:defRPr sz="2400" b="0" i="0">
                <a:solidFill>
                  <a:schemeClr val="bg1"/>
                </a:solidFill>
                <a:latin typeface="+mn-lt"/>
                <a:ea typeface="Aptos Light" panose="02000000000000000000" pitchFamily="2" charset="0"/>
              </a:defRPr>
            </a:lvl1pPr>
            <a:lvl2pPr marL="457200" indent="0" algn="ctr">
              <a:buNone/>
              <a:defRPr sz="2400">
                <a:solidFill>
                  <a:schemeClr val="bg1"/>
                </a:solidFill>
              </a:defRPr>
            </a:lvl2pPr>
            <a:lvl3pPr marL="914400" indent="0" algn="ctr">
              <a:buNone/>
              <a:defRPr sz="2400">
                <a:solidFill>
                  <a:schemeClr val="bg1"/>
                </a:solidFill>
              </a:defRPr>
            </a:lvl3pPr>
            <a:lvl4pPr marL="1371600" indent="0" algn="ctr">
              <a:buNone/>
              <a:defRPr sz="2400">
                <a:solidFill>
                  <a:schemeClr val="bg1"/>
                </a:solidFill>
              </a:defRPr>
            </a:lvl4pPr>
            <a:lvl5pPr marL="1828800" indent="0" algn="ctr">
              <a:buNone/>
              <a:defRPr sz="2400">
                <a:solidFill>
                  <a:schemeClr val="bg1"/>
                </a:solidFill>
              </a:defRPr>
            </a:lvl5pPr>
          </a:lstStyle>
          <a:p>
            <a:pPr lvl="0"/>
            <a:r>
              <a:rPr lang="en-US" dirty="0"/>
              <a:t>First Name, Last Name</a:t>
            </a:r>
          </a:p>
        </p:txBody>
      </p:sp>
      <p:sp>
        <p:nvSpPr>
          <p:cNvPr id="8" name="Rectangle 7">
            <a:extLst>
              <a:ext uri="{FF2B5EF4-FFF2-40B4-BE49-F238E27FC236}">
                <a16:creationId xmlns:a16="http://schemas.microsoft.com/office/drawing/2014/main" id="{C565AA18-2C89-EB56-1919-13EF35EFFBC8}"/>
              </a:ext>
            </a:extLst>
          </p:cNvPr>
          <p:cNvSpPr/>
          <p:nvPr userDrawn="1"/>
        </p:nvSpPr>
        <p:spPr>
          <a:xfrm>
            <a:off x="897656" y="3793881"/>
            <a:ext cx="854364" cy="7191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Light" panose="020B0004020202020204" pitchFamily="34" charset="0"/>
            </a:endParaRPr>
          </a:p>
        </p:txBody>
      </p:sp>
      <p:sp>
        <p:nvSpPr>
          <p:cNvPr id="48" name="Text Placeholder 47">
            <a:extLst>
              <a:ext uri="{FF2B5EF4-FFF2-40B4-BE49-F238E27FC236}">
                <a16:creationId xmlns:a16="http://schemas.microsoft.com/office/drawing/2014/main" id="{894AF511-2F91-5CEA-AAAB-75308FF6C4DB}"/>
              </a:ext>
            </a:extLst>
          </p:cNvPr>
          <p:cNvSpPr>
            <a:spLocks noGrp="1"/>
          </p:cNvSpPr>
          <p:nvPr>
            <p:ph type="body" sz="quarter" idx="17" hasCustomPrompt="1"/>
          </p:nvPr>
        </p:nvSpPr>
        <p:spPr>
          <a:xfrm>
            <a:off x="897656" y="4881013"/>
            <a:ext cx="10396685" cy="246221"/>
          </a:xfrm>
        </p:spPr>
        <p:txBody>
          <a:bodyPr wrap="square" anchor="t" anchorCtr="0">
            <a:noAutofit/>
          </a:bodyPr>
          <a:lstStyle>
            <a:lvl1pPr marL="0" indent="0" algn="l">
              <a:lnSpc>
                <a:spcPct val="100000"/>
              </a:lnSpc>
              <a:spcBef>
                <a:spcPts val="1200"/>
              </a:spcBef>
              <a:spcAft>
                <a:spcPts val="60"/>
              </a:spcAft>
              <a:buNone/>
              <a:defRPr sz="1600" b="0" i="0">
                <a:solidFill>
                  <a:schemeClr val="bg1"/>
                </a:solidFill>
                <a:latin typeface="+mn-lt"/>
                <a:ea typeface="Aptos Light" panose="02000000000000000000" pitchFamily="2" charset="0"/>
              </a:defRPr>
            </a:lvl1pPr>
            <a:lvl2pPr marL="457200" indent="0" algn="ctr">
              <a:buNone/>
              <a:defRPr sz="1600" b="0" i="0">
                <a:solidFill>
                  <a:schemeClr val="bg1"/>
                </a:solidFill>
                <a:latin typeface="Aptos Light" panose="02000000000000000000" pitchFamily="2" charset="0"/>
                <a:ea typeface="Aptos Light" panose="02000000000000000000" pitchFamily="2" charset="0"/>
              </a:defRPr>
            </a:lvl2pPr>
            <a:lvl3pPr marL="914400" indent="0" algn="ctr">
              <a:buNone/>
              <a:defRPr sz="1600" b="0" i="0">
                <a:solidFill>
                  <a:schemeClr val="bg1"/>
                </a:solidFill>
                <a:latin typeface="Aptos Light" panose="02000000000000000000" pitchFamily="2" charset="0"/>
                <a:ea typeface="Aptos Light" panose="02000000000000000000" pitchFamily="2" charset="0"/>
              </a:defRPr>
            </a:lvl3pPr>
            <a:lvl4pPr marL="1371600" indent="0" algn="ctr">
              <a:buNone/>
              <a:defRPr sz="1600" b="0" i="0">
                <a:solidFill>
                  <a:schemeClr val="bg1"/>
                </a:solidFill>
                <a:latin typeface="Aptos Light" panose="02000000000000000000" pitchFamily="2" charset="0"/>
                <a:ea typeface="Aptos Light" panose="02000000000000000000" pitchFamily="2" charset="0"/>
              </a:defRPr>
            </a:lvl4pPr>
            <a:lvl5pPr marL="1828800" indent="0" algn="ctr">
              <a:buNone/>
              <a:defRPr sz="1600" b="0" i="0">
                <a:solidFill>
                  <a:schemeClr val="bg1"/>
                </a:solidFill>
                <a:latin typeface="Aptos Light" panose="02000000000000000000" pitchFamily="2" charset="0"/>
                <a:ea typeface="Aptos Light" panose="02000000000000000000" pitchFamily="2" charset="0"/>
              </a:defRPr>
            </a:lvl5pPr>
          </a:lstStyle>
          <a:p>
            <a:pPr lvl="0"/>
            <a:r>
              <a:rPr lang="en-US" dirty="0"/>
              <a:t>Presenter Affiliation</a:t>
            </a:r>
          </a:p>
        </p:txBody>
      </p:sp>
      <p:pic>
        <p:nvPicPr>
          <p:cNvPr id="4" name="Graphic 3">
            <a:extLst>
              <a:ext uri="{FF2B5EF4-FFF2-40B4-BE49-F238E27FC236}">
                <a16:creationId xmlns:a16="http://schemas.microsoft.com/office/drawing/2014/main" id="{D32A73F0-167E-610D-E038-566618F01F9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28070" y="783630"/>
            <a:ext cx="1780479" cy="428014"/>
          </a:xfrm>
          <a:prstGeom prst="rect">
            <a:avLst/>
          </a:prstGeom>
        </p:spPr>
      </p:pic>
      <p:grpSp>
        <p:nvGrpSpPr>
          <p:cNvPr id="6" name="Group 5">
            <a:extLst>
              <a:ext uri="{FF2B5EF4-FFF2-40B4-BE49-F238E27FC236}">
                <a16:creationId xmlns:a16="http://schemas.microsoft.com/office/drawing/2014/main" id="{68B2AD18-B7D9-77F5-D220-3EDA560B2C83}"/>
              </a:ext>
            </a:extLst>
          </p:cNvPr>
          <p:cNvGrpSpPr/>
          <p:nvPr userDrawn="1"/>
        </p:nvGrpSpPr>
        <p:grpSpPr>
          <a:xfrm>
            <a:off x="859536" y="6108192"/>
            <a:ext cx="4556510" cy="438912"/>
            <a:chOff x="859536" y="6108192"/>
            <a:chExt cx="4556510" cy="438912"/>
          </a:xfrm>
        </p:grpSpPr>
        <p:sp>
          <p:nvSpPr>
            <p:cNvPr id="7" name="TextBox 6">
              <a:extLst>
                <a:ext uri="{FF2B5EF4-FFF2-40B4-BE49-F238E27FC236}">
                  <a16:creationId xmlns:a16="http://schemas.microsoft.com/office/drawing/2014/main" id="{66E0B571-503C-1E4E-4585-513FD2198B27}"/>
                </a:ext>
              </a:extLst>
            </p:cNvPr>
            <p:cNvSpPr txBox="1"/>
            <p:nvPr userDrawn="1"/>
          </p:nvSpPr>
          <p:spPr>
            <a:xfrm>
              <a:off x="2368064" y="6156068"/>
              <a:ext cx="3047982" cy="369332"/>
            </a:xfrm>
            <a:prstGeom prst="rect">
              <a:avLst/>
            </a:prstGeom>
            <a:noFill/>
          </p:spPr>
          <p:txBody>
            <a:bodyPr wrap="square" lIns="182880" rtlCol="0">
              <a:spAutoFit/>
            </a:bodyPr>
            <a:lstStyle/>
            <a:p>
              <a:r>
                <a:rPr lang="en-US" sz="900" b="0" i="0" dirty="0">
                  <a:solidFill>
                    <a:schemeClr val="bg1"/>
                  </a:solidFill>
                  <a:latin typeface="+mn-lt"/>
                  <a:ea typeface="Aptos" panose="02000000000000000000" pitchFamily="2" charset="0"/>
                </a:rPr>
                <a:t>ORNL IS MANAGED BY UT-BATTELLE LLC </a:t>
              </a:r>
              <a:br>
                <a:rPr lang="en-US" sz="900" b="0" i="0" dirty="0">
                  <a:solidFill>
                    <a:schemeClr val="bg1"/>
                  </a:solidFill>
                  <a:latin typeface="+mn-lt"/>
                  <a:ea typeface="Aptos" panose="02000000000000000000" pitchFamily="2" charset="0"/>
                </a:rPr>
              </a:br>
              <a:r>
                <a:rPr lang="en-US" sz="900" b="0" i="0" dirty="0">
                  <a:solidFill>
                    <a:schemeClr val="bg1"/>
                  </a:solidFill>
                  <a:latin typeface="+mn-lt"/>
                  <a:ea typeface="Aptos" panose="02000000000000000000" pitchFamily="2" charset="0"/>
                </a:rPr>
                <a:t>FOR THE US DEPARTMENT OF ENERGY</a:t>
              </a:r>
            </a:p>
          </p:txBody>
        </p:sp>
        <p:pic>
          <p:nvPicPr>
            <p:cNvPr id="9" name="Picture 8" descr="Text&#10;&#10;AI-generated content may be incorrect.">
              <a:extLst>
                <a:ext uri="{FF2B5EF4-FFF2-40B4-BE49-F238E27FC236}">
                  <a16:creationId xmlns:a16="http://schemas.microsoft.com/office/drawing/2014/main" id="{2FD5B24E-06B1-CD75-BC26-A89AA432FAC2}"/>
                </a:ext>
              </a:extLst>
            </p:cNvPr>
            <p:cNvPicPr>
              <a:picLocks noChangeAspect="1"/>
            </p:cNvPicPr>
            <p:nvPr userDrawn="1"/>
          </p:nvPicPr>
          <p:blipFill>
            <a:blip r:embed="rId4"/>
            <a:stretch>
              <a:fillRect/>
            </a:stretch>
          </p:blipFill>
          <p:spPr>
            <a:xfrm>
              <a:off x="859536" y="6108192"/>
              <a:ext cx="1528065" cy="438912"/>
            </a:xfrm>
            <a:prstGeom prst="rect">
              <a:avLst/>
            </a:prstGeom>
          </p:spPr>
        </p:pic>
      </p:grpSp>
    </p:spTree>
    <p:extLst>
      <p:ext uri="{BB962C8B-B14F-4D97-AF65-F5344CB8AC3E}">
        <p14:creationId xmlns:p14="http://schemas.microsoft.com/office/powerpoint/2010/main" val="267694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05791-4F91-34B2-5F77-014A7A421E14}"/>
              </a:ext>
            </a:extLst>
          </p:cNvPr>
          <p:cNvSpPr>
            <a:spLocks noGrp="1"/>
          </p:cNvSpPr>
          <p:nvPr>
            <p:ph type="title" hasCustomPrompt="1"/>
          </p:nvPr>
        </p:nvSpPr>
        <p:spPr>
          <a:xfrm>
            <a:off x="314692" y="365125"/>
            <a:ext cx="11492432" cy="886397"/>
          </a:xfrm>
        </p:spPr>
        <p:txBody>
          <a:bodyPr/>
          <a:lstStyle>
            <a:lvl1pPr>
              <a:defRPr>
                <a:latin typeface="+mj-lt"/>
              </a:defRPr>
            </a:lvl1pPr>
          </a:lstStyle>
          <a:p>
            <a:r>
              <a:rPr lang="en-US" dirty="0"/>
              <a:t>One-sentence headline stating the main takeaway message</a:t>
            </a:r>
          </a:p>
        </p:txBody>
      </p:sp>
      <p:sp>
        <p:nvSpPr>
          <p:cNvPr id="3" name="Content Placeholder 2">
            <a:extLst>
              <a:ext uri="{FF2B5EF4-FFF2-40B4-BE49-F238E27FC236}">
                <a16:creationId xmlns:a16="http://schemas.microsoft.com/office/drawing/2014/main" id="{1268E7B4-2380-B18C-C8C1-09BD437D6B16}"/>
              </a:ext>
            </a:extLst>
          </p:cNvPr>
          <p:cNvSpPr>
            <a:spLocks noGrp="1"/>
          </p:cNvSpPr>
          <p:nvPr>
            <p:ph idx="1" hasCustomPrompt="1"/>
          </p:nvPr>
        </p:nvSpPr>
        <p:spPr>
          <a:xfrm>
            <a:off x="314692" y="1825625"/>
            <a:ext cx="11492432" cy="4061829"/>
          </a:xfrm>
        </p:spPr>
        <p:txBody>
          <a:bodyPr/>
          <a:lstStyle>
            <a:lvl1pPr marL="0" indent="0">
              <a:spcBef>
                <a:spcPts val="1200"/>
              </a:spcBef>
              <a:buNone/>
              <a:defRPr sz="1800"/>
            </a:lvl1pPr>
          </a:lstStyle>
          <a:p>
            <a:r>
              <a:rPr lang="en-US" dirty="0"/>
              <a:t>Place content here</a:t>
            </a:r>
          </a:p>
        </p:txBody>
      </p:sp>
    </p:spTree>
    <p:extLst>
      <p:ext uri="{BB962C8B-B14F-4D97-AF65-F5344CB8AC3E}">
        <p14:creationId xmlns:p14="http://schemas.microsoft.com/office/powerpoint/2010/main" val="900239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Column Key Im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55F232B-0EDE-9AF7-8505-73A82A1D984A}"/>
              </a:ext>
            </a:extLst>
          </p:cNvPr>
          <p:cNvSpPr/>
          <p:nvPr userDrawn="1"/>
        </p:nvSpPr>
        <p:spPr>
          <a:xfrm>
            <a:off x="0" y="0"/>
            <a:ext cx="467885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B6D7CE54-A067-C608-8071-D9BFAF60EA84}"/>
              </a:ext>
            </a:extLst>
          </p:cNvPr>
          <p:cNvSpPr>
            <a:spLocks noGrp="1"/>
          </p:cNvSpPr>
          <p:nvPr>
            <p:ph type="title" hasCustomPrompt="1"/>
          </p:nvPr>
        </p:nvSpPr>
        <p:spPr>
          <a:xfrm>
            <a:off x="314692" y="365125"/>
            <a:ext cx="3899310" cy="1900997"/>
          </a:xfrm>
        </p:spPr>
        <p:txBody>
          <a:bodyPr/>
          <a:lstStyle>
            <a:lvl1pPr>
              <a:defRPr/>
            </a:lvl1pPr>
          </a:lstStyle>
          <a:p>
            <a:r>
              <a:rPr lang="en-US" dirty="0"/>
              <a:t>One-sentence headline stating the main takeaway message</a:t>
            </a:r>
          </a:p>
        </p:txBody>
      </p:sp>
      <p:sp>
        <p:nvSpPr>
          <p:cNvPr id="3" name="Content Placeholder 2">
            <a:extLst>
              <a:ext uri="{FF2B5EF4-FFF2-40B4-BE49-F238E27FC236}">
                <a16:creationId xmlns:a16="http://schemas.microsoft.com/office/drawing/2014/main" id="{92B9DD14-4659-B8FE-84E6-93F5C544420C}"/>
              </a:ext>
            </a:extLst>
          </p:cNvPr>
          <p:cNvSpPr>
            <a:spLocks noGrp="1"/>
          </p:cNvSpPr>
          <p:nvPr>
            <p:ph sz="half" idx="1" hasCustomPrompt="1"/>
          </p:nvPr>
        </p:nvSpPr>
        <p:spPr>
          <a:xfrm>
            <a:off x="314692" y="2631247"/>
            <a:ext cx="3899310" cy="3511136"/>
          </a:xfrm>
        </p:spPr>
        <p:txBody>
          <a:bodyPr/>
          <a:lstStyle>
            <a:lvl1pPr marL="0" indent="0">
              <a:buNone/>
              <a:defRPr sz="1800"/>
            </a:lvl1pPr>
          </a:lstStyle>
          <a:p>
            <a:r>
              <a:rPr lang="en-US" dirty="0"/>
              <a:t>Place content here</a:t>
            </a:r>
          </a:p>
        </p:txBody>
      </p:sp>
      <p:sp>
        <p:nvSpPr>
          <p:cNvPr id="5" name="Picture Placeholder 4">
            <a:extLst>
              <a:ext uri="{FF2B5EF4-FFF2-40B4-BE49-F238E27FC236}">
                <a16:creationId xmlns:a16="http://schemas.microsoft.com/office/drawing/2014/main" id="{A40400C1-7283-FABD-80B9-45AEE1D1F5D9}"/>
              </a:ext>
            </a:extLst>
          </p:cNvPr>
          <p:cNvSpPr>
            <a:spLocks noGrp="1"/>
          </p:cNvSpPr>
          <p:nvPr>
            <p:ph type="pic" sz="quarter" idx="10"/>
          </p:nvPr>
        </p:nvSpPr>
        <p:spPr>
          <a:xfrm>
            <a:off x="4678363" y="0"/>
            <a:ext cx="7513637" cy="6858000"/>
          </a:xfrm>
        </p:spPr>
        <p:txBody>
          <a:bodyPr/>
          <a:lstStyle>
            <a:lvl1pPr>
              <a:defRPr/>
            </a:lvl1pPr>
          </a:lstStyle>
          <a:p>
            <a:r>
              <a:rPr lang="en-US"/>
              <a:t>Click icon to add picture</a:t>
            </a:r>
            <a:endParaRPr lang="en-US" dirty="0"/>
          </a:p>
        </p:txBody>
      </p:sp>
      <p:pic>
        <p:nvPicPr>
          <p:cNvPr id="4" name="Graphic 3">
            <a:extLst>
              <a:ext uri="{FF2B5EF4-FFF2-40B4-BE49-F238E27FC236}">
                <a16:creationId xmlns:a16="http://schemas.microsoft.com/office/drawing/2014/main" id="{2059A002-CFDF-58EF-945F-28E943618A5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4693" y="6431818"/>
            <a:ext cx="1188988" cy="285824"/>
          </a:xfrm>
          <a:prstGeom prst="rect">
            <a:avLst/>
          </a:prstGeom>
        </p:spPr>
      </p:pic>
    </p:spTree>
    <p:extLst>
      <p:ext uri="{BB962C8B-B14F-4D97-AF65-F5344CB8AC3E}">
        <p14:creationId xmlns:p14="http://schemas.microsoft.com/office/powerpoint/2010/main" val="1815376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umn Hexagon Cut-ou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AAFC910-D2D4-C5E3-4A8E-DB371D1637FC}"/>
              </a:ext>
            </a:extLst>
          </p:cNvPr>
          <p:cNvSpPr>
            <a:spLocks noGrp="1"/>
          </p:cNvSpPr>
          <p:nvPr>
            <p:ph type="pic" sz="quarter" idx="13"/>
          </p:nvPr>
        </p:nvSpPr>
        <p:spPr>
          <a:xfrm>
            <a:off x="5139371" y="-23484"/>
            <a:ext cx="6737350" cy="6865418"/>
          </a:xfrm>
          <a:custGeom>
            <a:avLst/>
            <a:gdLst>
              <a:gd name="connsiteX0" fmla="*/ 4765422 w 6737350"/>
              <a:gd name="connsiteY0" fmla="*/ 5955463 h 6865418"/>
              <a:gd name="connsiteX1" fmla="*/ 6080062 w 6737350"/>
              <a:gd name="connsiteY1" fmla="*/ 5955463 h 6865418"/>
              <a:gd name="connsiteX2" fmla="*/ 6604382 w 6737350"/>
              <a:gd name="connsiteY2" fmla="*/ 6863640 h 6865418"/>
              <a:gd name="connsiteX3" fmla="*/ 4240721 w 6737350"/>
              <a:gd name="connsiteY3" fmla="*/ 6864212 h 6865418"/>
              <a:gd name="connsiteX4" fmla="*/ 2712846 w 6737350"/>
              <a:gd name="connsiteY4" fmla="*/ 4762425 h 6865418"/>
              <a:gd name="connsiteX5" fmla="*/ 4027487 w 6737350"/>
              <a:gd name="connsiteY5" fmla="*/ 4762425 h 6865418"/>
              <a:gd name="connsiteX6" fmla="*/ 4684776 w 6737350"/>
              <a:gd name="connsiteY6" fmla="*/ 5900917 h 6865418"/>
              <a:gd name="connsiteX7" fmla="*/ 4128579 w 6737350"/>
              <a:gd name="connsiteY7" fmla="*/ 6864339 h 6865418"/>
              <a:gd name="connsiteX8" fmla="*/ 2612326 w 6737350"/>
              <a:gd name="connsiteY8" fmla="*/ 6865418 h 6865418"/>
              <a:gd name="connsiteX9" fmla="*/ 2055495 w 6737350"/>
              <a:gd name="connsiteY9" fmla="*/ 5900917 h 6865418"/>
              <a:gd name="connsiteX10" fmla="*/ 4765421 w 6737350"/>
              <a:gd name="connsiteY10" fmla="*/ 3584563 h 6865418"/>
              <a:gd name="connsiteX11" fmla="*/ 6080061 w 6737350"/>
              <a:gd name="connsiteY11" fmla="*/ 3584563 h 6865418"/>
              <a:gd name="connsiteX12" fmla="*/ 6737350 w 6737350"/>
              <a:gd name="connsiteY12" fmla="*/ 4723055 h 6865418"/>
              <a:gd name="connsiteX13" fmla="*/ 6080061 w 6737350"/>
              <a:gd name="connsiteY13" fmla="*/ 5861546 h 6865418"/>
              <a:gd name="connsiteX14" fmla="*/ 4765421 w 6737350"/>
              <a:gd name="connsiteY14" fmla="*/ 5861546 h 6865418"/>
              <a:gd name="connsiteX15" fmla="*/ 4108069 w 6737350"/>
              <a:gd name="connsiteY15" fmla="*/ 4723055 h 6865418"/>
              <a:gd name="connsiteX16" fmla="*/ 2712846 w 6737350"/>
              <a:gd name="connsiteY16" fmla="*/ 2395463 h 6865418"/>
              <a:gd name="connsiteX17" fmla="*/ 4027487 w 6737350"/>
              <a:gd name="connsiteY17" fmla="*/ 2395463 h 6865418"/>
              <a:gd name="connsiteX18" fmla="*/ 4684776 w 6737350"/>
              <a:gd name="connsiteY18" fmla="*/ 3533955 h 6865418"/>
              <a:gd name="connsiteX19" fmla="*/ 4027487 w 6737350"/>
              <a:gd name="connsiteY19" fmla="*/ 4672446 h 6865418"/>
              <a:gd name="connsiteX20" fmla="*/ 2712846 w 6737350"/>
              <a:gd name="connsiteY20" fmla="*/ 4672446 h 6865418"/>
              <a:gd name="connsiteX21" fmla="*/ 2055495 w 6737350"/>
              <a:gd name="connsiteY21" fmla="*/ 3533955 h 6865418"/>
              <a:gd name="connsiteX22" fmla="*/ 657289 w 6737350"/>
              <a:gd name="connsiteY22" fmla="*/ 1217538 h 6865418"/>
              <a:gd name="connsiteX23" fmla="*/ 1971929 w 6737350"/>
              <a:gd name="connsiteY23" fmla="*/ 1217538 h 6865418"/>
              <a:gd name="connsiteX24" fmla="*/ 2629281 w 6737350"/>
              <a:gd name="connsiteY24" fmla="*/ 2356092 h 6865418"/>
              <a:gd name="connsiteX25" fmla="*/ 1971929 w 6737350"/>
              <a:gd name="connsiteY25" fmla="*/ 3494584 h 6865418"/>
              <a:gd name="connsiteX26" fmla="*/ 657289 w 6737350"/>
              <a:gd name="connsiteY26" fmla="*/ 3494584 h 6865418"/>
              <a:gd name="connsiteX27" fmla="*/ 0 w 6737350"/>
              <a:gd name="connsiteY27" fmla="*/ 2356092 h 6865418"/>
              <a:gd name="connsiteX28" fmla="*/ 4765421 w 6737350"/>
              <a:gd name="connsiteY28" fmla="*/ 1217537 h 6865418"/>
              <a:gd name="connsiteX29" fmla="*/ 6080061 w 6737350"/>
              <a:gd name="connsiteY29" fmla="*/ 1217537 h 6865418"/>
              <a:gd name="connsiteX30" fmla="*/ 6737350 w 6737350"/>
              <a:gd name="connsiteY30" fmla="*/ 2356092 h 6865418"/>
              <a:gd name="connsiteX31" fmla="*/ 6080061 w 6737350"/>
              <a:gd name="connsiteY31" fmla="*/ 3494584 h 6865418"/>
              <a:gd name="connsiteX32" fmla="*/ 4765421 w 6737350"/>
              <a:gd name="connsiteY32" fmla="*/ 3494584 h 6865418"/>
              <a:gd name="connsiteX33" fmla="*/ 4108069 w 6737350"/>
              <a:gd name="connsiteY33" fmla="*/ 2356092 h 6865418"/>
              <a:gd name="connsiteX34" fmla="*/ 2712846 w 6737350"/>
              <a:gd name="connsiteY34" fmla="*/ 39549 h 6865418"/>
              <a:gd name="connsiteX35" fmla="*/ 4027487 w 6737350"/>
              <a:gd name="connsiteY35" fmla="*/ 39549 h 6865418"/>
              <a:gd name="connsiteX36" fmla="*/ 4684776 w 6737350"/>
              <a:gd name="connsiteY36" fmla="*/ 1178041 h 6865418"/>
              <a:gd name="connsiteX37" fmla="*/ 4027487 w 6737350"/>
              <a:gd name="connsiteY37" fmla="*/ 2316532 h 6865418"/>
              <a:gd name="connsiteX38" fmla="*/ 2712846 w 6737350"/>
              <a:gd name="connsiteY38" fmla="*/ 2316532 h 6865418"/>
              <a:gd name="connsiteX39" fmla="*/ 2055495 w 6737350"/>
              <a:gd name="connsiteY39" fmla="*/ 1178041 h 6865418"/>
              <a:gd name="connsiteX40" fmla="*/ 13492 w 6737350"/>
              <a:gd name="connsiteY40" fmla="*/ 0 h 6865418"/>
              <a:gd name="connsiteX41" fmla="*/ 2631396 w 6737350"/>
              <a:gd name="connsiteY41" fmla="*/ 13447 h 6865418"/>
              <a:gd name="connsiteX42" fmla="*/ 1973010 w 6737350"/>
              <a:gd name="connsiteY42" fmla="*/ 1137655 h 6865418"/>
              <a:gd name="connsiteX43" fmla="*/ 658369 w 6737350"/>
              <a:gd name="connsiteY43" fmla="*/ 1137655 h 6865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737350" h="6865418">
                <a:moveTo>
                  <a:pt x="4765422" y="5955463"/>
                </a:moveTo>
                <a:lnTo>
                  <a:pt x="6080062" y="5955463"/>
                </a:lnTo>
                <a:lnTo>
                  <a:pt x="6604382" y="6863640"/>
                </a:lnTo>
                <a:lnTo>
                  <a:pt x="4240721" y="6864212"/>
                </a:lnTo>
                <a:close/>
                <a:moveTo>
                  <a:pt x="2712846" y="4762425"/>
                </a:moveTo>
                <a:lnTo>
                  <a:pt x="4027487" y="4762425"/>
                </a:lnTo>
                <a:lnTo>
                  <a:pt x="4684776" y="5900917"/>
                </a:lnTo>
                <a:lnTo>
                  <a:pt x="4128579" y="6864339"/>
                </a:lnTo>
                <a:lnTo>
                  <a:pt x="2612326" y="6865418"/>
                </a:lnTo>
                <a:lnTo>
                  <a:pt x="2055495" y="5900917"/>
                </a:lnTo>
                <a:close/>
                <a:moveTo>
                  <a:pt x="4765421" y="3584563"/>
                </a:moveTo>
                <a:lnTo>
                  <a:pt x="6080061" y="3584563"/>
                </a:lnTo>
                <a:lnTo>
                  <a:pt x="6737350" y="4723055"/>
                </a:lnTo>
                <a:lnTo>
                  <a:pt x="6080061" y="5861546"/>
                </a:lnTo>
                <a:lnTo>
                  <a:pt x="4765421" y="5861546"/>
                </a:lnTo>
                <a:lnTo>
                  <a:pt x="4108069" y="4723055"/>
                </a:lnTo>
                <a:close/>
                <a:moveTo>
                  <a:pt x="2712846" y="2395463"/>
                </a:moveTo>
                <a:lnTo>
                  <a:pt x="4027487" y="2395463"/>
                </a:lnTo>
                <a:lnTo>
                  <a:pt x="4684776" y="3533955"/>
                </a:lnTo>
                <a:lnTo>
                  <a:pt x="4027487" y="4672446"/>
                </a:lnTo>
                <a:lnTo>
                  <a:pt x="2712846" y="4672446"/>
                </a:lnTo>
                <a:lnTo>
                  <a:pt x="2055495" y="3533955"/>
                </a:lnTo>
                <a:close/>
                <a:moveTo>
                  <a:pt x="657289" y="1217538"/>
                </a:moveTo>
                <a:lnTo>
                  <a:pt x="1971929" y="1217538"/>
                </a:lnTo>
                <a:lnTo>
                  <a:pt x="2629281" y="2356092"/>
                </a:lnTo>
                <a:lnTo>
                  <a:pt x="1971929" y="3494584"/>
                </a:lnTo>
                <a:lnTo>
                  <a:pt x="657289" y="3494584"/>
                </a:lnTo>
                <a:lnTo>
                  <a:pt x="0" y="2356092"/>
                </a:lnTo>
                <a:close/>
                <a:moveTo>
                  <a:pt x="4765421" y="1217537"/>
                </a:moveTo>
                <a:lnTo>
                  <a:pt x="6080061" y="1217537"/>
                </a:lnTo>
                <a:lnTo>
                  <a:pt x="6737350" y="2356092"/>
                </a:lnTo>
                <a:lnTo>
                  <a:pt x="6080061" y="3494584"/>
                </a:lnTo>
                <a:lnTo>
                  <a:pt x="4765421" y="3494584"/>
                </a:lnTo>
                <a:lnTo>
                  <a:pt x="4108069" y="2356092"/>
                </a:lnTo>
                <a:close/>
                <a:moveTo>
                  <a:pt x="2712846" y="39549"/>
                </a:moveTo>
                <a:lnTo>
                  <a:pt x="4027487" y="39549"/>
                </a:lnTo>
                <a:lnTo>
                  <a:pt x="4684776" y="1178041"/>
                </a:lnTo>
                <a:lnTo>
                  <a:pt x="4027487" y="2316532"/>
                </a:lnTo>
                <a:lnTo>
                  <a:pt x="2712846" y="2316532"/>
                </a:lnTo>
                <a:lnTo>
                  <a:pt x="2055495" y="1178041"/>
                </a:lnTo>
                <a:close/>
                <a:moveTo>
                  <a:pt x="13492" y="0"/>
                </a:moveTo>
                <a:lnTo>
                  <a:pt x="2631396" y="13447"/>
                </a:lnTo>
                <a:lnTo>
                  <a:pt x="1973010" y="1137655"/>
                </a:lnTo>
                <a:lnTo>
                  <a:pt x="658369" y="1137655"/>
                </a:lnTo>
                <a:close/>
              </a:path>
            </a:pathLst>
          </a:custGeom>
        </p:spPr>
        <p:txBody>
          <a:bodyPr wrap="square">
            <a:noAutofit/>
          </a:bodyPr>
          <a:lstStyle>
            <a:lvl1pPr>
              <a:defRPr/>
            </a:lvl1pPr>
          </a:lstStyle>
          <a:p>
            <a:r>
              <a:rPr lang="en-US"/>
              <a:t>Click icon to add picture</a:t>
            </a:r>
            <a:endParaRPr lang="en-US" dirty="0"/>
          </a:p>
        </p:txBody>
      </p:sp>
      <p:sp>
        <p:nvSpPr>
          <p:cNvPr id="2" name="Title 1">
            <a:extLst>
              <a:ext uri="{FF2B5EF4-FFF2-40B4-BE49-F238E27FC236}">
                <a16:creationId xmlns:a16="http://schemas.microsoft.com/office/drawing/2014/main" id="{B6D7CE54-A067-C608-8071-D9BFAF60EA84}"/>
              </a:ext>
            </a:extLst>
          </p:cNvPr>
          <p:cNvSpPr>
            <a:spLocks noGrp="1"/>
          </p:cNvSpPr>
          <p:nvPr>
            <p:ph type="title" hasCustomPrompt="1"/>
          </p:nvPr>
        </p:nvSpPr>
        <p:spPr>
          <a:xfrm>
            <a:off x="314693" y="365125"/>
            <a:ext cx="4412934" cy="1772793"/>
          </a:xfrm>
        </p:spPr>
        <p:txBody>
          <a:bodyPr anchor="t" anchorCtr="0">
            <a:noAutofit/>
          </a:bodyPr>
          <a:lstStyle>
            <a:lvl1pPr>
              <a:defRPr>
                <a:latin typeface="+mj-lt"/>
              </a:defRPr>
            </a:lvl1pPr>
          </a:lstStyle>
          <a:p>
            <a:r>
              <a:rPr lang="en-US" dirty="0"/>
              <a:t>One-sentence headline stating the main takeaway message</a:t>
            </a:r>
          </a:p>
        </p:txBody>
      </p:sp>
      <p:sp>
        <p:nvSpPr>
          <p:cNvPr id="3" name="Content Placeholder 2">
            <a:extLst>
              <a:ext uri="{FF2B5EF4-FFF2-40B4-BE49-F238E27FC236}">
                <a16:creationId xmlns:a16="http://schemas.microsoft.com/office/drawing/2014/main" id="{92B9DD14-4659-B8FE-84E6-93F5C544420C}"/>
              </a:ext>
            </a:extLst>
          </p:cNvPr>
          <p:cNvSpPr>
            <a:spLocks noGrp="1"/>
          </p:cNvSpPr>
          <p:nvPr>
            <p:ph sz="half" idx="1" hasCustomPrompt="1"/>
          </p:nvPr>
        </p:nvSpPr>
        <p:spPr>
          <a:xfrm>
            <a:off x="314693" y="2514601"/>
            <a:ext cx="4412934" cy="3756990"/>
          </a:xfrm>
        </p:spPr>
        <p:txBody>
          <a:bodyPr anchor="t" anchorCtr="0">
            <a:noAutofit/>
          </a:bodyPr>
          <a:lstStyle>
            <a:lvl1pPr marL="0" indent="0">
              <a:buNone/>
              <a:defRPr sz="1800"/>
            </a:lvl1pPr>
          </a:lstStyle>
          <a:p>
            <a:r>
              <a:rPr lang="en-US" dirty="0"/>
              <a:t>Place content here</a:t>
            </a:r>
          </a:p>
        </p:txBody>
      </p:sp>
    </p:spTree>
    <p:extLst>
      <p:ext uri="{BB962C8B-B14F-4D97-AF65-F5344CB8AC3E}">
        <p14:creationId xmlns:p14="http://schemas.microsoft.com/office/powerpoint/2010/main" val="3554203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Column Stacked Image Series">
    <p:spTree>
      <p:nvGrpSpPr>
        <p:cNvPr id="1" name=""/>
        <p:cNvGrpSpPr/>
        <p:nvPr/>
      </p:nvGrpSpPr>
      <p:grpSpPr>
        <a:xfrm>
          <a:off x="0" y="0"/>
          <a:ext cx="0" cy="0"/>
          <a:chOff x="0" y="0"/>
          <a:chExt cx="0" cy="0"/>
        </a:xfrm>
      </p:grpSpPr>
      <p:sp>
        <p:nvSpPr>
          <p:cNvPr id="118" name="Picture Placeholder 117">
            <a:extLst>
              <a:ext uri="{FF2B5EF4-FFF2-40B4-BE49-F238E27FC236}">
                <a16:creationId xmlns:a16="http://schemas.microsoft.com/office/drawing/2014/main" id="{FCAA6D76-9D9F-EEEC-3A19-B8672A58A5A7}"/>
              </a:ext>
            </a:extLst>
          </p:cNvPr>
          <p:cNvSpPr>
            <a:spLocks noGrp="1"/>
          </p:cNvSpPr>
          <p:nvPr>
            <p:ph type="pic" sz="quarter" idx="13"/>
          </p:nvPr>
        </p:nvSpPr>
        <p:spPr>
          <a:xfrm>
            <a:off x="7645400" y="-6350"/>
            <a:ext cx="4546600" cy="2155825"/>
          </a:xfrm>
          <a:solidFill>
            <a:schemeClr val="bg2"/>
          </a:solidFill>
        </p:spPr>
        <p:txBody>
          <a:bodyPr/>
          <a:lstStyle>
            <a:lvl1pPr>
              <a:defRPr/>
            </a:lvl1pPr>
          </a:lstStyle>
          <a:p>
            <a:r>
              <a:rPr lang="en-US"/>
              <a:t>Click icon to add picture</a:t>
            </a:r>
            <a:endParaRPr lang="en-US" dirty="0"/>
          </a:p>
        </p:txBody>
      </p:sp>
      <p:sp>
        <p:nvSpPr>
          <p:cNvPr id="121" name="Picture Placeholder 120">
            <a:extLst>
              <a:ext uri="{FF2B5EF4-FFF2-40B4-BE49-F238E27FC236}">
                <a16:creationId xmlns:a16="http://schemas.microsoft.com/office/drawing/2014/main" id="{374474B3-1A16-3799-2DA6-5E1F9B62F1F2}"/>
              </a:ext>
            </a:extLst>
          </p:cNvPr>
          <p:cNvSpPr>
            <a:spLocks noGrp="1"/>
          </p:cNvSpPr>
          <p:nvPr>
            <p:ph type="pic" sz="quarter" idx="14"/>
          </p:nvPr>
        </p:nvSpPr>
        <p:spPr>
          <a:xfrm>
            <a:off x="7645400" y="2352675"/>
            <a:ext cx="4546600" cy="2149475"/>
          </a:xfrm>
          <a:solidFill>
            <a:schemeClr val="bg2"/>
          </a:solidFill>
        </p:spPr>
        <p:txBody>
          <a:bodyPr/>
          <a:lstStyle>
            <a:lvl1pPr>
              <a:defRPr/>
            </a:lvl1pPr>
          </a:lstStyle>
          <a:p>
            <a:r>
              <a:rPr lang="en-US"/>
              <a:t>Click icon to add picture</a:t>
            </a:r>
            <a:endParaRPr lang="en-US" dirty="0"/>
          </a:p>
        </p:txBody>
      </p:sp>
      <p:sp>
        <p:nvSpPr>
          <p:cNvPr id="123" name="Picture Placeholder 122">
            <a:extLst>
              <a:ext uri="{FF2B5EF4-FFF2-40B4-BE49-F238E27FC236}">
                <a16:creationId xmlns:a16="http://schemas.microsoft.com/office/drawing/2014/main" id="{0285EA67-185C-FA9B-F112-0DEA71BAF9A1}"/>
              </a:ext>
            </a:extLst>
          </p:cNvPr>
          <p:cNvSpPr>
            <a:spLocks noGrp="1"/>
          </p:cNvSpPr>
          <p:nvPr>
            <p:ph type="pic" sz="quarter" idx="15"/>
          </p:nvPr>
        </p:nvSpPr>
        <p:spPr>
          <a:xfrm>
            <a:off x="7645400" y="4703763"/>
            <a:ext cx="4546600" cy="2154237"/>
          </a:xfrm>
          <a:solidFill>
            <a:schemeClr val="bg2"/>
          </a:solidFill>
        </p:spPr>
        <p:txBody>
          <a:bodyPr/>
          <a:lstStyle>
            <a:lvl1pPr>
              <a:defRPr/>
            </a:lvl1pPr>
          </a:lstStyle>
          <a:p>
            <a:r>
              <a:rPr lang="en-US"/>
              <a:t>Click icon to add picture</a:t>
            </a:r>
            <a:endParaRPr lang="en-US" dirty="0"/>
          </a:p>
        </p:txBody>
      </p:sp>
      <p:sp>
        <p:nvSpPr>
          <p:cNvPr id="2" name="Title 1">
            <a:extLst>
              <a:ext uri="{FF2B5EF4-FFF2-40B4-BE49-F238E27FC236}">
                <a16:creationId xmlns:a16="http://schemas.microsoft.com/office/drawing/2014/main" id="{265D5DB1-B0F4-39A7-9E5F-343BB17944E4}"/>
              </a:ext>
            </a:extLst>
          </p:cNvPr>
          <p:cNvSpPr>
            <a:spLocks noGrp="1"/>
          </p:cNvSpPr>
          <p:nvPr>
            <p:ph type="title" hasCustomPrompt="1"/>
          </p:nvPr>
        </p:nvSpPr>
        <p:spPr>
          <a:xfrm>
            <a:off x="314693" y="365125"/>
            <a:ext cx="6736022" cy="1006475"/>
          </a:xfrm>
        </p:spPr>
        <p:txBody>
          <a:bodyPr>
            <a:noAutofit/>
          </a:bodyPr>
          <a:lstStyle>
            <a:lvl1pPr>
              <a:defRPr b="1">
                <a:solidFill>
                  <a:schemeClr val="tx1"/>
                </a:solidFill>
                <a:latin typeface="+mj-lt"/>
              </a:defRPr>
            </a:lvl1pPr>
          </a:lstStyle>
          <a:p>
            <a:r>
              <a:rPr lang="en-US" dirty="0"/>
              <a:t>One-sentence headline stating the main takeaway message</a:t>
            </a:r>
          </a:p>
        </p:txBody>
      </p:sp>
      <p:sp>
        <p:nvSpPr>
          <p:cNvPr id="113" name="Text Placeholder 112">
            <a:extLst>
              <a:ext uri="{FF2B5EF4-FFF2-40B4-BE49-F238E27FC236}">
                <a16:creationId xmlns:a16="http://schemas.microsoft.com/office/drawing/2014/main" id="{561B3BD0-8400-FE4A-5A3F-210329D8A10F}"/>
              </a:ext>
            </a:extLst>
          </p:cNvPr>
          <p:cNvSpPr>
            <a:spLocks noGrp="1"/>
          </p:cNvSpPr>
          <p:nvPr>
            <p:ph type="body" sz="quarter" idx="12" hasCustomPrompt="1"/>
          </p:nvPr>
        </p:nvSpPr>
        <p:spPr>
          <a:xfrm>
            <a:off x="314693" y="1817559"/>
            <a:ext cx="6763894" cy="4324823"/>
          </a:xfrm>
        </p:spPr>
        <p:txBody>
          <a:bodyPr>
            <a:noAutofit/>
          </a:bodyPr>
          <a:lstStyle>
            <a:lvl1pPr marL="0" indent="0">
              <a:buNone/>
              <a:defRPr sz="1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r>
              <a:rPr lang="en-US" dirty="0"/>
              <a:t>Place content here</a:t>
            </a:r>
          </a:p>
        </p:txBody>
      </p:sp>
      <p:sp>
        <p:nvSpPr>
          <p:cNvPr id="4" name="Rectangle 6">
            <a:extLst>
              <a:ext uri="{FF2B5EF4-FFF2-40B4-BE49-F238E27FC236}">
                <a16:creationId xmlns:a16="http://schemas.microsoft.com/office/drawing/2014/main" id="{DAF7721B-92F3-10FF-5A89-459D1C6BA969}"/>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Aptos Light" panose="020B0004020202020204" pitchFamily="34" charset="0"/>
                <a:ea typeface="Aptos"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dirty="0">
              <a:solidFill>
                <a:schemeClr val="bg1"/>
              </a:solidFill>
              <a:latin typeface="Aptos Light" panose="020B0004020202020204" pitchFamily="34" charset="0"/>
              <a:ea typeface="Aptos"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3314968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Column A">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B9DD14-4659-B8FE-84E6-93F5C544420C}"/>
              </a:ext>
            </a:extLst>
          </p:cNvPr>
          <p:cNvSpPr>
            <a:spLocks noGrp="1"/>
          </p:cNvSpPr>
          <p:nvPr>
            <p:ph sz="half" idx="1" hasCustomPrompt="1"/>
          </p:nvPr>
        </p:nvSpPr>
        <p:spPr>
          <a:xfrm>
            <a:off x="314692" y="1825625"/>
            <a:ext cx="5563532" cy="4131422"/>
          </a:xfrm>
        </p:spPr>
        <p:txBody>
          <a:bodyPr/>
          <a:lstStyle>
            <a:lvl1pPr marL="0" indent="0">
              <a:spcBef>
                <a:spcPts val="1200"/>
              </a:spcBef>
              <a:buNone/>
              <a:defRPr sz="1800"/>
            </a:lvl1pPr>
          </a:lstStyle>
          <a:p>
            <a:r>
              <a:rPr lang="en-US" dirty="0"/>
              <a:t>Place content here</a:t>
            </a:r>
          </a:p>
        </p:txBody>
      </p:sp>
      <p:sp>
        <p:nvSpPr>
          <p:cNvPr id="4" name="Content Placeholder 3">
            <a:extLst>
              <a:ext uri="{FF2B5EF4-FFF2-40B4-BE49-F238E27FC236}">
                <a16:creationId xmlns:a16="http://schemas.microsoft.com/office/drawing/2014/main" id="{F8961C74-5281-AA62-3E0D-EBE314E66ADF}"/>
              </a:ext>
            </a:extLst>
          </p:cNvPr>
          <p:cNvSpPr>
            <a:spLocks noGrp="1"/>
          </p:cNvSpPr>
          <p:nvPr>
            <p:ph sz="half" idx="2" hasCustomPrompt="1"/>
          </p:nvPr>
        </p:nvSpPr>
        <p:spPr>
          <a:xfrm>
            <a:off x="6243592" y="1825625"/>
            <a:ext cx="5563532" cy="4131422"/>
          </a:xfrm>
        </p:spPr>
        <p:txBody>
          <a:bodyPr/>
          <a:lstStyle>
            <a:lvl1pPr marL="0" indent="0">
              <a:spcBef>
                <a:spcPts val="1200"/>
              </a:spcBef>
              <a:buNone/>
              <a:defRPr sz="1800"/>
            </a:lvl1pPr>
          </a:lstStyle>
          <a:p>
            <a:r>
              <a:rPr lang="en-US" dirty="0"/>
              <a:t>Place content here</a:t>
            </a:r>
          </a:p>
        </p:txBody>
      </p:sp>
      <p:sp>
        <p:nvSpPr>
          <p:cNvPr id="6" name="Title 1">
            <a:extLst>
              <a:ext uri="{FF2B5EF4-FFF2-40B4-BE49-F238E27FC236}">
                <a16:creationId xmlns:a16="http://schemas.microsoft.com/office/drawing/2014/main" id="{97C102EF-A95D-C917-FF68-A16CB75B3C52}"/>
              </a:ext>
            </a:extLst>
          </p:cNvPr>
          <p:cNvSpPr>
            <a:spLocks noGrp="1"/>
          </p:cNvSpPr>
          <p:nvPr>
            <p:ph type="title" hasCustomPrompt="1"/>
          </p:nvPr>
        </p:nvSpPr>
        <p:spPr>
          <a:xfrm>
            <a:off x="314692" y="365125"/>
            <a:ext cx="11492432" cy="886397"/>
          </a:xfrm>
        </p:spPr>
        <p:txBody>
          <a:bodyPr/>
          <a:lstStyle>
            <a:lvl1pPr>
              <a:defRPr>
                <a:latin typeface="+mj-lt"/>
              </a:defRPr>
            </a:lvl1pPr>
          </a:lstStyle>
          <a:p>
            <a:r>
              <a:rPr lang="en-US" dirty="0"/>
              <a:t>One-sentence headline stating the main takeaway message</a:t>
            </a:r>
          </a:p>
        </p:txBody>
      </p:sp>
    </p:spTree>
    <p:extLst>
      <p:ext uri="{BB962C8B-B14F-4D97-AF65-F5344CB8AC3E}">
        <p14:creationId xmlns:p14="http://schemas.microsoft.com/office/powerpoint/2010/main" val="4115577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umn B">
    <p:bg>
      <p:bgPr>
        <a:solidFill>
          <a:schemeClr val="accent1"/>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4F099DB8-02EB-0BAA-D750-3A0693F28BB8}"/>
              </a:ext>
            </a:extLst>
          </p:cNvPr>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1"/>
          </a:solidFill>
          <a:ln w="0" cap="flat">
            <a:noFill/>
            <a:prstDash val="solid"/>
            <a:miter/>
          </a:ln>
        </p:spPr>
        <p:txBody>
          <a:bodyPr rtlCol="0" anchor="ctr"/>
          <a:lstStyle/>
          <a:p>
            <a:endParaRPr lang="en-US" dirty="0">
              <a:latin typeface="Aptos Light" panose="020B0004020202020204" pitchFamily="34" charset="0"/>
            </a:endParaRPr>
          </a:p>
        </p:txBody>
      </p:sp>
      <p:sp>
        <p:nvSpPr>
          <p:cNvPr id="5" name="Rectangle 6">
            <a:extLst>
              <a:ext uri="{FF2B5EF4-FFF2-40B4-BE49-F238E27FC236}">
                <a16:creationId xmlns:a16="http://schemas.microsoft.com/office/drawing/2014/main" id="{16F1A98B-07FE-B21C-77B1-F780EBF12B12}"/>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Aptos Light" panose="020B0004020202020204" pitchFamily="34" charset="0"/>
                <a:ea typeface="Aptos"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dirty="0">
              <a:solidFill>
                <a:schemeClr val="bg1"/>
              </a:solidFill>
              <a:latin typeface="Aptos Light" panose="020B0004020202020204" pitchFamily="34" charset="0"/>
              <a:ea typeface="Aptos" panose="02000000000000000000" pitchFamily="2" charset="0"/>
              <a:cs typeface="Times New Roman" panose="02020603050405020304" pitchFamily="18" charset="0"/>
            </a:endParaRPr>
          </a:p>
        </p:txBody>
      </p:sp>
      <p:pic>
        <p:nvPicPr>
          <p:cNvPr id="7" name="Graphic 6">
            <a:extLst>
              <a:ext uri="{FF2B5EF4-FFF2-40B4-BE49-F238E27FC236}">
                <a16:creationId xmlns:a16="http://schemas.microsoft.com/office/drawing/2014/main" id="{3B2F52CC-99F4-74FB-3BF5-8DD70D4268F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4693" y="6431818"/>
            <a:ext cx="1188988" cy="285824"/>
          </a:xfrm>
          <a:prstGeom prst="rect">
            <a:avLst/>
          </a:prstGeom>
        </p:spPr>
      </p:pic>
      <p:sp>
        <p:nvSpPr>
          <p:cNvPr id="3" name="Content Placeholder 2">
            <a:extLst>
              <a:ext uri="{FF2B5EF4-FFF2-40B4-BE49-F238E27FC236}">
                <a16:creationId xmlns:a16="http://schemas.microsoft.com/office/drawing/2014/main" id="{92B9DD14-4659-B8FE-84E6-93F5C544420C}"/>
              </a:ext>
            </a:extLst>
          </p:cNvPr>
          <p:cNvSpPr>
            <a:spLocks noGrp="1"/>
          </p:cNvSpPr>
          <p:nvPr>
            <p:ph sz="half" idx="1" hasCustomPrompt="1"/>
          </p:nvPr>
        </p:nvSpPr>
        <p:spPr>
          <a:xfrm>
            <a:off x="314692" y="1825625"/>
            <a:ext cx="5563532" cy="4131422"/>
          </a:xfrm>
        </p:spPr>
        <p:txBody>
          <a:bodyPr/>
          <a:lstStyle>
            <a:lvl1pPr marL="0" indent="0">
              <a:spcBef>
                <a:spcPts val="1200"/>
              </a:spcBef>
              <a:buNone/>
              <a:defRPr sz="1800">
                <a:solidFill>
                  <a:schemeClr val="bg1"/>
                </a:solidFill>
              </a:defRPr>
            </a:lvl1pPr>
          </a:lstStyle>
          <a:p>
            <a:r>
              <a:rPr lang="en-US" dirty="0"/>
              <a:t>Place content here</a:t>
            </a:r>
          </a:p>
        </p:txBody>
      </p:sp>
      <p:sp>
        <p:nvSpPr>
          <p:cNvPr id="4" name="Content Placeholder 3">
            <a:extLst>
              <a:ext uri="{FF2B5EF4-FFF2-40B4-BE49-F238E27FC236}">
                <a16:creationId xmlns:a16="http://schemas.microsoft.com/office/drawing/2014/main" id="{F8961C74-5281-AA62-3E0D-EBE314E66ADF}"/>
              </a:ext>
            </a:extLst>
          </p:cNvPr>
          <p:cNvSpPr>
            <a:spLocks noGrp="1"/>
          </p:cNvSpPr>
          <p:nvPr>
            <p:ph sz="half" idx="2" hasCustomPrompt="1"/>
          </p:nvPr>
        </p:nvSpPr>
        <p:spPr>
          <a:xfrm>
            <a:off x="6243592" y="1825625"/>
            <a:ext cx="5563532" cy="4131422"/>
          </a:xfrm>
        </p:spPr>
        <p:txBody>
          <a:bodyPr/>
          <a:lstStyle>
            <a:lvl1pPr marL="0" indent="0">
              <a:spcBef>
                <a:spcPts val="1200"/>
              </a:spcBef>
              <a:buNone/>
              <a:defRPr sz="1800">
                <a:solidFill>
                  <a:schemeClr val="bg1"/>
                </a:solidFill>
              </a:defRPr>
            </a:lvl1pPr>
          </a:lstStyle>
          <a:p>
            <a:r>
              <a:rPr lang="en-US" dirty="0"/>
              <a:t>Place content here</a:t>
            </a:r>
          </a:p>
        </p:txBody>
      </p:sp>
      <p:sp>
        <p:nvSpPr>
          <p:cNvPr id="6" name="Title 1">
            <a:extLst>
              <a:ext uri="{FF2B5EF4-FFF2-40B4-BE49-F238E27FC236}">
                <a16:creationId xmlns:a16="http://schemas.microsoft.com/office/drawing/2014/main" id="{97C102EF-A95D-C917-FF68-A16CB75B3C52}"/>
              </a:ext>
            </a:extLst>
          </p:cNvPr>
          <p:cNvSpPr>
            <a:spLocks noGrp="1"/>
          </p:cNvSpPr>
          <p:nvPr>
            <p:ph type="title" hasCustomPrompt="1"/>
          </p:nvPr>
        </p:nvSpPr>
        <p:spPr>
          <a:xfrm>
            <a:off x="314692" y="365125"/>
            <a:ext cx="11492432" cy="886397"/>
          </a:xfrm>
        </p:spPr>
        <p:txBody>
          <a:bodyPr/>
          <a:lstStyle>
            <a:lvl1pPr>
              <a:defRPr>
                <a:solidFill>
                  <a:schemeClr val="bg1"/>
                </a:solidFill>
                <a:latin typeface="+mj-lt"/>
              </a:defRPr>
            </a:lvl1pPr>
          </a:lstStyle>
          <a:p>
            <a:r>
              <a:rPr lang="en-US" dirty="0"/>
              <a:t>One-sentence headline stating the main takeaway message</a:t>
            </a:r>
          </a:p>
        </p:txBody>
      </p:sp>
    </p:spTree>
    <p:extLst>
      <p:ext uri="{BB962C8B-B14F-4D97-AF65-F5344CB8AC3E}">
        <p14:creationId xmlns:p14="http://schemas.microsoft.com/office/powerpoint/2010/main" val="2409650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Column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7CE54-A067-C608-8071-D9BFAF60EA84}"/>
              </a:ext>
            </a:extLst>
          </p:cNvPr>
          <p:cNvSpPr>
            <a:spLocks noGrp="1"/>
          </p:cNvSpPr>
          <p:nvPr>
            <p:ph type="title" hasCustomPrompt="1"/>
          </p:nvPr>
        </p:nvSpPr>
        <p:spPr>
          <a:xfrm>
            <a:off x="314692" y="365125"/>
            <a:ext cx="11492432" cy="886397"/>
          </a:xfrm>
        </p:spPr>
        <p:txBody>
          <a:bodyPr>
            <a:noAutofit/>
          </a:bodyPr>
          <a:lstStyle>
            <a:lvl1pPr>
              <a:defRPr>
                <a:solidFill>
                  <a:schemeClr val="tx1"/>
                </a:solidFill>
              </a:defRPr>
            </a:lvl1pPr>
          </a:lstStyle>
          <a:p>
            <a:r>
              <a:rPr lang="en-US" dirty="0"/>
              <a:t>One-sentence headline stating the main takeaway message</a:t>
            </a:r>
          </a:p>
        </p:txBody>
      </p:sp>
      <p:sp>
        <p:nvSpPr>
          <p:cNvPr id="3" name="Content Placeholder 2">
            <a:extLst>
              <a:ext uri="{FF2B5EF4-FFF2-40B4-BE49-F238E27FC236}">
                <a16:creationId xmlns:a16="http://schemas.microsoft.com/office/drawing/2014/main" id="{92B9DD14-4659-B8FE-84E6-93F5C544420C}"/>
              </a:ext>
            </a:extLst>
          </p:cNvPr>
          <p:cNvSpPr>
            <a:spLocks noGrp="1"/>
          </p:cNvSpPr>
          <p:nvPr>
            <p:ph sz="half" idx="1" hasCustomPrompt="1"/>
          </p:nvPr>
        </p:nvSpPr>
        <p:spPr>
          <a:xfrm>
            <a:off x="314692" y="1652954"/>
            <a:ext cx="3650690" cy="4156175"/>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
        <p:nvSpPr>
          <p:cNvPr id="3428" name="Content Placeholder 2">
            <a:extLst>
              <a:ext uri="{FF2B5EF4-FFF2-40B4-BE49-F238E27FC236}">
                <a16:creationId xmlns:a16="http://schemas.microsoft.com/office/drawing/2014/main" id="{91B561D3-B6AC-5C9F-026F-E37DD262A783}"/>
              </a:ext>
            </a:extLst>
          </p:cNvPr>
          <p:cNvSpPr>
            <a:spLocks noGrp="1"/>
          </p:cNvSpPr>
          <p:nvPr>
            <p:ph sz="half" idx="14" hasCustomPrompt="1"/>
          </p:nvPr>
        </p:nvSpPr>
        <p:spPr>
          <a:xfrm>
            <a:off x="4228076" y="1652954"/>
            <a:ext cx="3646421" cy="4156175"/>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
        <p:nvSpPr>
          <p:cNvPr id="3430" name="Content Placeholder 2">
            <a:extLst>
              <a:ext uri="{FF2B5EF4-FFF2-40B4-BE49-F238E27FC236}">
                <a16:creationId xmlns:a16="http://schemas.microsoft.com/office/drawing/2014/main" id="{0971FFF4-0C2D-A4E6-1474-3D6A4F0506DA}"/>
              </a:ext>
            </a:extLst>
          </p:cNvPr>
          <p:cNvSpPr>
            <a:spLocks noGrp="1"/>
          </p:cNvSpPr>
          <p:nvPr>
            <p:ph sz="half" idx="16" hasCustomPrompt="1"/>
          </p:nvPr>
        </p:nvSpPr>
        <p:spPr>
          <a:xfrm>
            <a:off x="8156060" y="1652954"/>
            <a:ext cx="3647391" cy="4156175"/>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Tree>
    <p:extLst>
      <p:ext uri="{BB962C8B-B14F-4D97-AF65-F5344CB8AC3E}">
        <p14:creationId xmlns:p14="http://schemas.microsoft.com/office/powerpoint/2010/main" val="11728516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Column B">
    <p:bg>
      <p:bgPr>
        <a:solidFill>
          <a:schemeClr val="accent1"/>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4F099DB8-02EB-0BAA-D750-3A0693F28BB8}"/>
              </a:ext>
            </a:extLst>
          </p:cNvPr>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1"/>
          </a:solidFill>
          <a:ln w="0" cap="flat">
            <a:noFill/>
            <a:prstDash val="solid"/>
            <a:miter/>
          </a:ln>
        </p:spPr>
        <p:txBody>
          <a:bodyPr rtlCol="0" anchor="ctr"/>
          <a:lstStyle/>
          <a:p>
            <a:endParaRPr lang="en-US" dirty="0">
              <a:latin typeface="Aptos Light" panose="020B0004020202020204" pitchFamily="34" charset="0"/>
            </a:endParaRPr>
          </a:p>
        </p:txBody>
      </p:sp>
      <p:sp>
        <p:nvSpPr>
          <p:cNvPr id="5" name="Rectangle 6">
            <a:extLst>
              <a:ext uri="{FF2B5EF4-FFF2-40B4-BE49-F238E27FC236}">
                <a16:creationId xmlns:a16="http://schemas.microsoft.com/office/drawing/2014/main" id="{16F1A98B-07FE-B21C-77B1-F780EBF12B12}"/>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Aptos Light" panose="020B0004020202020204" pitchFamily="34" charset="0"/>
                <a:ea typeface="Aptos"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dirty="0">
              <a:solidFill>
                <a:schemeClr val="bg1"/>
              </a:solidFill>
              <a:latin typeface="Aptos Light" panose="020B0004020202020204" pitchFamily="34" charset="0"/>
              <a:ea typeface="Aptos" panose="02000000000000000000" pitchFamily="2" charset="0"/>
              <a:cs typeface="Times New Roman" panose="02020603050405020304" pitchFamily="18" charset="0"/>
            </a:endParaRPr>
          </a:p>
        </p:txBody>
      </p:sp>
      <p:pic>
        <p:nvPicPr>
          <p:cNvPr id="7" name="Graphic 6">
            <a:extLst>
              <a:ext uri="{FF2B5EF4-FFF2-40B4-BE49-F238E27FC236}">
                <a16:creationId xmlns:a16="http://schemas.microsoft.com/office/drawing/2014/main" id="{3B2F52CC-99F4-74FB-3BF5-8DD70D4268F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4693" y="6431818"/>
            <a:ext cx="1188988" cy="285824"/>
          </a:xfrm>
          <a:prstGeom prst="rect">
            <a:avLst/>
          </a:prstGeom>
        </p:spPr>
      </p:pic>
      <p:sp>
        <p:nvSpPr>
          <p:cNvPr id="6" name="Title 1">
            <a:extLst>
              <a:ext uri="{FF2B5EF4-FFF2-40B4-BE49-F238E27FC236}">
                <a16:creationId xmlns:a16="http://schemas.microsoft.com/office/drawing/2014/main" id="{97C102EF-A95D-C917-FF68-A16CB75B3C52}"/>
              </a:ext>
            </a:extLst>
          </p:cNvPr>
          <p:cNvSpPr>
            <a:spLocks noGrp="1"/>
          </p:cNvSpPr>
          <p:nvPr>
            <p:ph type="title" hasCustomPrompt="1"/>
          </p:nvPr>
        </p:nvSpPr>
        <p:spPr>
          <a:xfrm>
            <a:off x="314692" y="365125"/>
            <a:ext cx="11492432" cy="886397"/>
          </a:xfrm>
        </p:spPr>
        <p:txBody>
          <a:bodyPr/>
          <a:lstStyle>
            <a:lvl1pPr>
              <a:defRPr>
                <a:solidFill>
                  <a:schemeClr val="bg1"/>
                </a:solidFill>
                <a:latin typeface="+mj-lt"/>
              </a:defRPr>
            </a:lvl1pPr>
          </a:lstStyle>
          <a:p>
            <a:r>
              <a:rPr lang="en-US" dirty="0"/>
              <a:t>One-sentence headline stating the main takeaway message</a:t>
            </a:r>
          </a:p>
        </p:txBody>
      </p:sp>
      <p:sp>
        <p:nvSpPr>
          <p:cNvPr id="2" name="Content Placeholder 2">
            <a:extLst>
              <a:ext uri="{FF2B5EF4-FFF2-40B4-BE49-F238E27FC236}">
                <a16:creationId xmlns:a16="http://schemas.microsoft.com/office/drawing/2014/main" id="{7C908273-EAF5-86C7-7DA1-4B3A63FA40AD}"/>
              </a:ext>
            </a:extLst>
          </p:cNvPr>
          <p:cNvSpPr>
            <a:spLocks noGrp="1"/>
          </p:cNvSpPr>
          <p:nvPr>
            <p:ph sz="half" idx="1" hasCustomPrompt="1"/>
          </p:nvPr>
        </p:nvSpPr>
        <p:spPr>
          <a:xfrm>
            <a:off x="314692" y="1652954"/>
            <a:ext cx="3650690" cy="4156175"/>
          </a:xfrm>
        </p:spPr>
        <p:txBody>
          <a:bodyPr lIns="182880" tIns="91440" rIns="91440" bIns="91440">
            <a:noAutofit/>
          </a:bodyPr>
          <a:lstStyle>
            <a:lvl1pPr marL="0" indent="0">
              <a:spcBef>
                <a:spcPts val="1200"/>
              </a:spcBef>
              <a:spcAft>
                <a:spcPts val="60"/>
              </a:spcAft>
              <a:buNone/>
              <a:defRPr sz="1800">
                <a:solidFill>
                  <a:schemeClr val="bg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
        <p:nvSpPr>
          <p:cNvPr id="9" name="Content Placeholder 2">
            <a:extLst>
              <a:ext uri="{FF2B5EF4-FFF2-40B4-BE49-F238E27FC236}">
                <a16:creationId xmlns:a16="http://schemas.microsoft.com/office/drawing/2014/main" id="{328AC23A-F6F3-1406-A41C-A53D31762F5B}"/>
              </a:ext>
            </a:extLst>
          </p:cNvPr>
          <p:cNvSpPr>
            <a:spLocks noGrp="1"/>
          </p:cNvSpPr>
          <p:nvPr>
            <p:ph sz="half" idx="14" hasCustomPrompt="1"/>
          </p:nvPr>
        </p:nvSpPr>
        <p:spPr>
          <a:xfrm>
            <a:off x="4228076" y="1652954"/>
            <a:ext cx="3646421" cy="4156175"/>
          </a:xfrm>
        </p:spPr>
        <p:txBody>
          <a:bodyPr lIns="182880" tIns="91440" rIns="91440" bIns="91440">
            <a:noAutofit/>
          </a:bodyPr>
          <a:lstStyle>
            <a:lvl1pPr marL="0" indent="0">
              <a:spcBef>
                <a:spcPts val="1200"/>
              </a:spcBef>
              <a:spcAft>
                <a:spcPts val="60"/>
              </a:spcAft>
              <a:buNone/>
              <a:defRPr sz="1800">
                <a:solidFill>
                  <a:schemeClr val="bg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
        <p:nvSpPr>
          <p:cNvPr id="10" name="Content Placeholder 2">
            <a:extLst>
              <a:ext uri="{FF2B5EF4-FFF2-40B4-BE49-F238E27FC236}">
                <a16:creationId xmlns:a16="http://schemas.microsoft.com/office/drawing/2014/main" id="{08990C39-D2EB-2C24-D563-540A447C8980}"/>
              </a:ext>
            </a:extLst>
          </p:cNvPr>
          <p:cNvSpPr>
            <a:spLocks noGrp="1"/>
          </p:cNvSpPr>
          <p:nvPr>
            <p:ph sz="half" idx="16" hasCustomPrompt="1"/>
          </p:nvPr>
        </p:nvSpPr>
        <p:spPr>
          <a:xfrm>
            <a:off x="8156060" y="1652954"/>
            <a:ext cx="3647391" cy="4156175"/>
          </a:xfrm>
        </p:spPr>
        <p:txBody>
          <a:bodyPr lIns="182880" tIns="91440" rIns="91440" bIns="91440">
            <a:noAutofit/>
          </a:bodyPr>
          <a:lstStyle>
            <a:lvl1pPr marL="0" indent="0">
              <a:spcBef>
                <a:spcPts val="1200"/>
              </a:spcBef>
              <a:spcAft>
                <a:spcPts val="60"/>
              </a:spcAft>
              <a:buNone/>
              <a:defRPr sz="1800">
                <a:solidFill>
                  <a:schemeClr val="bg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Tree>
    <p:extLst>
      <p:ext uri="{BB962C8B-B14F-4D97-AF65-F5344CB8AC3E}">
        <p14:creationId xmlns:p14="http://schemas.microsoft.com/office/powerpoint/2010/main" val="15501899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Column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7CE54-A067-C608-8071-D9BFAF60EA84}"/>
              </a:ext>
            </a:extLst>
          </p:cNvPr>
          <p:cNvSpPr>
            <a:spLocks noGrp="1"/>
          </p:cNvSpPr>
          <p:nvPr>
            <p:ph type="title" hasCustomPrompt="1"/>
          </p:nvPr>
        </p:nvSpPr>
        <p:spPr>
          <a:xfrm>
            <a:off x="314692" y="365125"/>
            <a:ext cx="11492432" cy="886397"/>
          </a:xfrm>
        </p:spPr>
        <p:txBody>
          <a:bodyPr>
            <a:noAutofit/>
          </a:bodyPr>
          <a:lstStyle>
            <a:lvl1pPr>
              <a:defRPr>
                <a:solidFill>
                  <a:schemeClr val="tx1"/>
                </a:solidFill>
              </a:defRPr>
            </a:lvl1pPr>
          </a:lstStyle>
          <a:p>
            <a:r>
              <a:rPr lang="en-US" dirty="0"/>
              <a:t>One-sentence headline stating the main takeaway message</a:t>
            </a:r>
          </a:p>
        </p:txBody>
      </p:sp>
      <p:sp>
        <p:nvSpPr>
          <p:cNvPr id="3" name="Content Placeholder 2">
            <a:extLst>
              <a:ext uri="{FF2B5EF4-FFF2-40B4-BE49-F238E27FC236}">
                <a16:creationId xmlns:a16="http://schemas.microsoft.com/office/drawing/2014/main" id="{92B9DD14-4659-B8FE-84E6-93F5C544420C}"/>
              </a:ext>
            </a:extLst>
          </p:cNvPr>
          <p:cNvSpPr>
            <a:spLocks noGrp="1"/>
          </p:cNvSpPr>
          <p:nvPr>
            <p:ph sz="half" idx="1" hasCustomPrompt="1"/>
          </p:nvPr>
        </p:nvSpPr>
        <p:spPr>
          <a:xfrm>
            <a:off x="314692" y="1629508"/>
            <a:ext cx="2743968" cy="4179621"/>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
        <p:nvSpPr>
          <p:cNvPr id="3428" name="Content Placeholder 2">
            <a:extLst>
              <a:ext uri="{FF2B5EF4-FFF2-40B4-BE49-F238E27FC236}">
                <a16:creationId xmlns:a16="http://schemas.microsoft.com/office/drawing/2014/main" id="{91B561D3-B6AC-5C9F-026F-E37DD262A783}"/>
              </a:ext>
            </a:extLst>
          </p:cNvPr>
          <p:cNvSpPr>
            <a:spLocks noGrp="1"/>
          </p:cNvSpPr>
          <p:nvPr>
            <p:ph sz="half" idx="14" hasCustomPrompt="1"/>
          </p:nvPr>
        </p:nvSpPr>
        <p:spPr>
          <a:xfrm>
            <a:off x="3237701" y="1629508"/>
            <a:ext cx="2740760" cy="4179621"/>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
        <p:nvSpPr>
          <p:cNvPr id="3430" name="Content Placeholder 2">
            <a:extLst>
              <a:ext uri="{FF2B5EF4-FFF2-40B4-BE49-F238E27FC236}">
                <a16:creationId xmlns:a16="http://schemas.microsoft.com/office/drawing/2014/main" id="{0971FFF4-0C2D-A4E6-1474-3D6A4F0506DA}"/>
              </a:ext>
            </a:extLst>
          </p:cNvPr>
          <p:cNvSpPr>
            <a:spLocks noGrp="1"/>
          </p:cNvSpPr>
          <p:nvPr>
            <p:ph sz="half" idx="16" hasCustomPrompt="1"/>
          </p:nvPr>
        </p:nvSpPr>
        <p:spPr>
          <a:xfrm>
            <a:off x="6144032" y="1629508"/>
            <a:ext cx="2741489" cy="4179621"/>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
        <p:nvSpPr>
          <p:cNvPr id="3432" name="Content Placeholder 2">
            <a:extLst>
              <a:ext uri="{FF2B5EF4-FFF2-40B4-BE49-F238E27FC236}">
                <a16:creationId xmlns:a16="http://schemas.microsoft.com/office/drawing/2014/main" id="{13E0DCF4-21AE-4C71-696D-13E98DC66059}"/>
              </a:ext>
            </a:extLst>
          </p:cNvPr>
          <p:cNvSpPr>
            <a:spLocks noGrp="1"/>
          </p:cNvSpPr>
          <p:nvPr>
            <p:ph sz="half" idx="18" hasCustomPrompt="1"/>
          </p:nvPr>
        </p:nvSpPr>
        <p:spPr>
          <a:xfrm>
            <a:off x="9069571" y="1629508"/>
            <a:ext cx="2737553" cy="4179621"/>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Tree>
    <p:extLst>
      <p:ext uri="{BB962C8B-B14F-4D97-AF65-F5344CB8AC3E}">
        <p14:creationId xmlns:p14="http://schemas.microsoft.com/office/powerpoint/2010/main" val="41067462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Column B">
    <p:bg>
      <p:bgPr>
        <a:solidFill>
          <a:schemeClr val="accent1"/>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4F099DB8-02EB-0BAA-D750-3A0693F28BB8}"/>
              </a:ext>
            </a:extLst>
          </p:cNvPr>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1"/>
          </a:solidFill>
          <a:ln w="0" cap="flat">
            <a:noFill/>
            <a:prstDash val="solid"/>
            <a:miter/>
          </a:ln>
        </p:spPr>
        <p:txBody>
          <a:bodyPr rtlCol="0" anchor="ctr"/>
          <a:lstStyle/>
          <a:p>
            <a:endParaRPr lang="en-US" dirty="0">
              <a:latin typeface="Aptos Light" panose="020B0004020202020204" pitchFamily="34" charset="0"/>
            </a:endParaRPr>
          </a:p>
        </p:txBody>
      </p:sp>
      <p:sp>
        <p:nvSpPr>
          <p:cNvPr id="5" name="Rectangle 6">
            <a:extLst>
              <a:ext uri="{FF2B5EF4-FFF2-40B4-BE49-F238E27FC236}">
                <a16:creationId xmlns:a16="http://schemas.microsoft.com/office/drawing/2014/main" id="{16F1A98B-07FE-B21C-77B1-F780EBF12B12}"/>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Aptos Light" panose="020B0004020202020204" pitchFamily="34" charset="0"/>
                <a:ea typeface="Aptos"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dirty="0">
              <a:solidFill>
                <a:schemeClr val="bg1"/>
              </a:solidFill>
              <a:latin typeface="Aptos Light" panose="020B0004020202020204" pitchFamily="34" charset="0"/>
              <a:ea typeface="Aptos" panose="02000000000000000000" pitchFamily="2" charset="0"/>
              <a:cs typeface="Times New Roman" panose="02020603050405020304" pitchFamily="18" charset="0"/>
            </a:endParaRPr>
          </a:p>
        </p:txBody>
      </p:sp>
      <p:pic>
        <p:nvPicPr>
          <p:cNvPr id="7" name="Graphic 6">
            <a:extLst>
              <a:ext uri="{FF2B5EF4-FFF2-40B4-BE49-F238E27FC236}">
                <a16:creationId xmlns:a16="http://schemas.microsoft.com/office/drawing/2014/main" id="{3B2F52CC-99F4-74FB-3BF5-8DD70D4268F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4693" y="6431818"/>
            <a:ext cx="1188988" cy="285824"/>
          </a:xfrm>
          <a:prstGeom prst="rect">
            <a:avLst/>
          </a:prstGeom>
        </p:spPr>
      </p:pic>
      <p:sp>
        <p:nvSpPr>
          <p:cNvPr id="6" name="Title 1">
            <a:extLst>
              <a:ext uri="{FF2B5EF4-FFF2-40B4-BE49-F238E27FC236}">
                <a16:creationId xmlns:a16="http://schemas.microsoft.com/office/drawing/2014/main" id="{97C102EF-A95D-C917-FF68-A16CB75B3C52}"/>
              </a:ext>
            </a:extLst>
          </p:cNvPr>
          <p:cNvSpPr>
            <a:spLocks noGrp="1"/>
          </p:cNvSpPr>
          <p:nvPr>
            <p:ph type="title" hasCustomPrompt="1"/>
          </p:nvPr>
        </p:nvSpPr>
        <p:spPr>
          <a:xfrm>
            <a:off x="314692" y="365125"/>
            <a:ext cx="11492432" cy="886397"/>
          </a:xfrm>
        </p:spPr>
        <p:txBody>
          <a:bodyPr/>
          <a:lstStyle>
            <a:lvl1pPr>
              <a:defRPr>
                <a:solidFill>
                  <a:schemeClr val="bg1"/>
                </a:solidFill>
                <a:latin typeface="+mj-lt"/>
              </a:defRPr>
            </a:lvl1pPr>
          </a:lstStyle>
          <a:p>
            <a:r>
              <a:rPr lang="en-US" dirty="0"/>
              <a:t>One-sentence headline stating the main takeaway message</a:t>
            </a:r>
          </a:p>
        </p:txBody>
      </p:sp>
      <p:sp>
        <p:nvSpPr>
          <p:cNvPr id="3" name="Content Placeholder 2">
            <a:extLst>
              <a:ext uri="{FF2B5EF4-FFF2-40B4-BE49-F238E27FC236}">
                <a16:creationId xmlns:a16="http://schemas.microsoft.com/office/drawing/2014/main" id="{4E3954A7-39D8-F93F-8AB5-8AFDA80ABC34}"/>
              </a:ext>
            </a:extLst>
          </p:cNvPr>
          <p:cNvSpPr>
            <a:spLocks noGrp="1"/>
          </p:cNvSpPr>
          <p:nvPr>
            <p:ph sz="half" idx="1" hasCustomPrompt="1"/>
          </p:nvPr>
        </p:nvSpPr>
        <p:spPr>
          <a:xfrm>
            <a:off x="314692" y="1629508"/>
            <a:ext cx="2743968" cy="4179621"/>
          </a:xfrm>
        </p:spPr>
        <p:txBody>
          <a:bodyPr lIns="182880" tIns="91440" rIns="91440" bIns="91440">
            <a:noAutofit/>
          </a:bodyPr>
          <a:lstStyle>
            <a:lvl1pPr marL="0" indent="0">
              <a:spcBef>
                <a:spcPts val="1200"/>
              </a:spcBef>
              <a:spcAft>
                <a:spcPts val="60"/>
              </a:spcAft>
              <a:buNone/>
              <a:defRPr sz="1800">
                <a:solidFill>
                  <a:schemeClr val="bg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
        <p:nvSpPr>
          <p:cNvPr id="4" name="Content Placeholder 2">
            <a:extLst>
              <a:ext uri="{FF2B5EF4-FFF2-40B4-BE49-F238E27FC236}">
                <a16:creationId xmlns:a16="http://schemas.microsoft.com/office/drawing/2014/main" id="{E933C006-27BF-E46C-6464-DF2AED8EF3CF}"/>
              </a:ext>
            </a:extLst>
          </p:cNvPr>
          <p:cNvSpPr>
            <a:spLocks noGrp="1"/>
          </p:cNvSpPr>
          <p:nvPr>
            <p:ph sz="half" idx="14" hasCustomPrompt="1"/>
          </p:nvPr>
        </p:nvSpPr>
        <p:spPr>
          <a:xfrm>
            <a:off x="3237701" y="1629508"/>
            <a:ext cx="2740760" cy="4179621"/>
          </a:xfrm>
        </p:spPr>
        <p:txBody>
          <a:bodyPr lIns="182880" tIns="91440" rIns="91440" bIns="91440">
            <a:noAutofit/>
          </a:bodyPr>
          <a:lstStyle>
            <a:lvl1pPr marL="0" indent="0">
              <a:spcBef>
                <a:spcPts val="1200"/>
              </a:spcBef>
              <a:spcAft>
                <a:spcPts val="60"/>
              </a:spcAft>
              <a:buNone/>
              <a:defRPr sz="1800">
                <a:solidFill>
                  <a:schemeClr val="bg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
        <p:nvSpPr>
          <p:cNvPr id="11" name="Content Placeholder 2">
            <a:extLst>
              <a:ext uri="{FF2B5EF4-FFF2-40B4-BE49-F238E27FC236}">
                <a16:creationId xmlns:a16="http://schemas.microsoft.com/office/drawing/2014/main" id="{372DE149-7914-DD03-AF2A-717A4DBC4C42}"/>
              </a:ext>
            </a:extLst>
          </p:cNvPr>
          <p:cNvSpPr>
            <a:spLocks noGrp="1"/>
          </p:cNvSpPr>
          <p:nvPr>
            <p:ph sz="half" idx="16" hasCustomPrompt="1"/>
          </p:nvPr>
        </p:nvSpPr>
        <p:spPr>
          <a:xfrm>
            <a:off x="6144032" y="1629508"/>
            <a:ext cx="2741489" cy="4179621"/>
          </a:xfrm>
        </p:spPr>
        <p:txBody>
          <a:bodyPr lIns="182880" tIns="91440" rIns="91440" bIns="91440">
            <a:noAutofit/>
          </a:bodyPr>
          <a:lstStyle>
            <a:lvl1pPr marL="0" indent="0">
              <a:spcBef>
                <a:spcPts val="1200"/>
              </a:spcBef>
              <a:spcAft>
                <a:spcPts val="60"/>
              </a:spcAft>
              <a:buNone/>
              <a:defRPr sz="1800">
                <a:solidFill>
                  <a:schemeClr val="bg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
        <p:nvSpPr>
          <p:cNvPr id="12" name="Content Placeholder 2">
            <a:extLst>
              <a:ext uri="{FF2B5EF4-FFF2-40B4-BE49-F238E27FC236}">
                <a16:creationId xmlns:a16="http://schemas.microsoft.com/office/drawing/2014/main" id="{C563E755-9A43-BCF9-FC26-D2B9312D44A8}"/>
              </a:ext>
            </a:extLst>
          </p:cNvPr>
          <p:cNvSpPr>
            <a:spLocks noGrp="1"/>
          </p:cNvSpPr>
          <p:nvPr>
            <p:ph sz="half" idx="18" hasCustomPrompt="1"/>
          </p:nvPr>
        </p:nvSpPr>
        <p:spPr>
          <a:xfrm>
            <a:off x="9069571" y="1629508"/>
            <a:ext cx="2737553" cy="4179621"/>
          </a:xfrm>
        </p:spPr>
        <p:txBody>
          <a:bodyPr lIns="182880" tIns="91440" rIns="91440" bIns="91440">
            <a:noAutofit/>
          </a:bodyPr>
          <a:lstStyle>
            <a:lvl1pPr marL="0" indent="0">
              <a:spcBef>
                <a:spcPts val="1200"/>
              </a:spcBef>
              <a:spcAft>
                <a:spcPts val="60"/>
              </a:spcAft>
              <a:buNone/>
              <a:defRPr sz="1800">
                <a:solidFill>
                  <a:schemeClr val="bg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Tree>
    <p:extLst>
      <p:ext uri="{BB962C8B-B14F-4D97-AF65-F5344CB8AC3E}">
        <p14:creationId xmlns:p14="http://schemas.microsoft.com/office/powerpoint/2010/main" val="14345816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Column Green Ba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7CE54-A067-C608-8071-D9BFAF60EA84}"/>
              </a:ext>
            </a:extLst>
          </p:cNvPr>
          <p:cNvSpPr>
            <a:spLocks noGrp="1"/>
          </p:cNvSpPr>
          <p:nvPr>
            <p:ph type="title" hasCustomPrompt="1"/>
          </p:nvPr>
        </p:nvSpPr>
        <p:spPr>
          <a:xfrm>
            <a:off x="314692" y="365125"/>
            <a:ext cx="11492432" cy="886397"/>
          </a:xfrm>
        </p:spPr>
        <p:txBody>
          <a:bodyPr>
            <a:noAutofit/>
          </a:bodyPr>
          <a:lstStyle>
            <a:lvl1pPr>
              <a:defRPr>
                <a:solidFill>
                  <a:schemeClr val="tx1"/>
                </a:solidFill>
              </a:defRPr>
            </a:lvl1pPr>
          </a:lstStyle>
          <a:p>
            <a:r>
              <a:rPr lang="en-US" dirty="0"/>
              <a:t>One-sentence headline stating the main takeaway message</a:t>
            </a:r>
          </a:p>
        </p:txBody>
      </p:sp>
      <p:sp>
        <p:nvSpPr>
          <p:cNvPr id="3" name="Content Placeholder 2">
            <a:extLst>
              <a:ext uri="{FF2B5EF4-FFF2-40B4-BE49-F238E27FC236}">
                <a16:creationId xmlns:a16="http://schemas.microsoft.com/office/drawing/2014/main" id="{92B9DD14-4659-B8FE-84E6-93F5C544420C}"/>
              </a:ext>
            </a:extLst>
          </p:cNvPr>
          <p:cNvSpPr>
            <a:spLocks noGrp="1"/>
          </p:cNvSpPr>
          <p:nvPr>
            <p:ph sz="half" idx="1" hasCustomPrompt="1"/>
          </p:nvPr>
        </p:nvSpPr>
        <p:spPr>
          <a:xfrm>
            <a:off x="314692" y="2151529"/>
            <a:ext cx="5528426" cy="3805518"/>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solidFill>
                  <a:schemeClr val="tx1"/>
                </a:solidFill>
              </a:defRPr>
            </a:lvl5pPr>
          </a:lstStyle>
          <a:p>
            <a:r>
              <a:rPr lang="en-US" dirty="0"/>
              <a:t>Place content here</a:t>
            </a:r>
          </a:p>
        </p:txBody>
      </p:sp>
      <p:sp>
        <p:nvSpPr>
          <p:cNvPr id="4" name="Content Placeholder 3">
            <a:extLst>
              <a:ext uri="{FF2B5EF4-FFF2-40B4-BE49-F238E27FC236}">
                <a16:creationId xmlns:a16="http://schemas.microsoft.com/office/drawing/2014/main" id="{F8961C74-5281-AA62-3E0D-EBE314E66ADF}"/>
              </a:ext>
            </a:extLst>
          </p:cNvPr>
          <p:cNvSpPr>
            <a:spLocks noGrp="1"/>
          </p:cNvSpPr>
          <p:nvPr>
            <p:ph sz="half" idx="2" hasCustomPrompt="1"/>
          </p:nvPr>
        </p:nvSpPr>
        <p:spPr>
          <a:xfrm>
            <a:off x="6237905" y="2151529"/>
            <a:ext cx="5534113" cy="3805518"/>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solidFill>
                  <a:schemeClr val="tx1"/>
                </a:solidFill>
              </a:defRPr>
            </a:lvl5pPr>
          </a:lstStyle>
          <a:p>
            <a:r>
              <a:rPr lang="en-US" dirty="0"/>
              <a:t>Place content here</a:t>
            </a:r>
          </a:p>
        </p:txBody>
      </p:sp>
      <p:sp>
        <p:nvSpPr>
          <p:cNvPr id="5" name="Text Placeholder 212">
            <a:extLst>
              <a:ext uri="{FF2B5EF4-FFF2-40B4-BE49-F238E27FC236}">
                <a16:creationId xmlns:a16="http://schemas.microsoft.com/office/drawing/2014/main" id="{E5D92591-51DF-3209-1704-154E381BA6FD}"/>
              </a:ext>
            </a:extLst>
          </p:cNvPr>
          <p:cNvSpPr>
            <a:spLocks noGrp="1"/>
          </p:cNvSpPr>
          <p:nvPr>
            <p:ph type="body" sz="quarter" idx="13" hasCustomPrompt="1"/>
          </p:nvPr>
        </p:nvSpPr>
        <p:spPr>
          <a:xfrm>
            <a:off x="314691" y="1636713"/>
            <a:ext cx="5534113" cy="433965"/>
          </a:xfrm>
          <a:solidFill>
            <a:schemeClr val="tx2"/>
          </a:solidFill>
        </p:spPr>
        <p:txBody>
          <a:bodyPr wrap="square" lIns="182880" tIns="91440" rIns="91440" bIns="91440">
            <a:noAutofit/>
          </a:bodyPr>
          <a:lstStyle>
            <a:lvl1pPr marL="0" indent="0">
              <a:buNone/>
              <a:defRPr sz="1800" b="1" i="0">
                <a:solidFill>
                  <a:schemeClr val="bg1"/>
                </a:solidFill>
                <a:latin typeface="+mj-lt"/>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r>
              <a:rPr lang="en-US" dirty="0"/>
              <a:t>Place content here</a:t>
            </a:r>
          </a:p>
        </p:txBody>
      </p:sp>
      <p:sp>
        <p:nvSpPr>
          <p:cNvPr id="6" name="Text Placeholder 212">
            <a:extLst>
              <a:ext uri="{FF2B5EF4-FFF2-40B4-BE49-F238E27FC236}">
                <a16:creationId xmlns:a16="http://schemas.microsoft.com/office/drawing/2014/main" id="{1322623F-B85A-91ED-9131-7E60FBA08AAC}"/>
              </a:ext>
            </a:extLst>
          </p:cNvPr>
          <p:cNvSpPr>
            <a:spLocks noGrp="1"/>
          </p:cNvSpPr>
          <p:nvPr>
            <p:ph type="body" sz="quarter" idx="14" hasCustomPrompt="1"/>
          </p:nvPr>
        </p:nvSpPr>
        <p:spPr>
          <a:xfrm>
            <a:off x="6238429" y="1636672"/>
            <a:ext cx="5534113" cy="433965"/>
          </a:xfrm>
          <a:solidFill>
            <a:schemeClr val="tx2"/>
          </a:solidFill>
        </p:spPr>
        <p:txBody>
          <a:bodyPr wrap="square" lIns="182880" tIns="91440" rIns="91440" bIns="91440">
            <a:noAutofit/>
          </a:bodyPr>
          <a:lstStyle>
            <a:lvl1pPr marL="0" indent="0">
              <a:buNone/>
              <a:defRPr sz="1800" b="1" i="0">
                <a:solidFill>
                  <a:schemeClr val="bg1"/>
                </a:solidFill>
                <a:latin typeface="+mj-lt"/>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r>
              <a:rPr lang="en-US" dirty="0"/>
              <a:t>Place content here</a:t>
            </a:r>
          </a:p>
        </p:txBody>
      </p:sp>
    </p:spTree>
    <p:extLst>
      <p:ext uri="{BB962C8B-B14F-4D97-AF65-F5344CB8AC3E}">
        <p14:creationId xmlns:p14="http://schemas.microsoft.com/office/powerpoint/2010/main" val="2000835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Column Green Ba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7CE54-A067-C608-8071-D9BFAF60EA84}"/>
              </a:ext>
            </a:extLst>
          </p:cNvPr>
          <p:cNvSpPr>
            <a:spLocks noGrp="1"/>
          </p:cNvSpPr>
          <p:nvPr>
            <p:ph type="title" hasCustomPrompt="1"/>
          </p:nvPr>
        </p:nvSpPr>
        <p:spPr>
          <a:xfrm>
            <a:off x="314692" y="365125"/>
            <a:ext cx="11492432" cy="886397"/>
          </a:xfrm>
        </p:spPr>
        <p:txBody>
          <a:bodyPr>
            <a:noAutofit/>
          </a:bodyPr>
          <a:lstStyle>
            <a:lvl1pPr>
              <a:defRPr>
                <a:solidFill>
                  <a:schemeClr val="tx1"/>
                </a:solidFill>
                <a:latin typeface="+mj-lt"/>
              </a:defRPr>
            </a:lvl1pPr>
          </a:lstStyle>
          <a:p>
            <a:r>
              <a:rPr lang="en-US" dirty="0"/>
              <a:t>One-sentence headline stating the main takeaway message</a:t>
            </a:r>
          </a:p>
        </p:txBody>
      </p:sp>
      <p:sp>
        <p:nvSpPr>
          <p:cNvPr id="3" name="Content Placeholder 2">
            <a:extLst>
              <a:ext uri="{FF2B5EF4-FFF2-40B4-BE49-F238E27FC236}">
                <a16:creationId xmlns:a16="http://schemas.microsoft.com/office/drawing/2014/main" id="{92B9DD14-4659-B8FE-84E6-93F5C544420C}"/>
              </a:ext>
            </a:extLst>
          </p:cNvPr>
          <p:cNvSpPr>
            <a:spLocks noGrp="1"/>
          </p:cNvSpPr>
          <p:nvPr>
            <p:ph sz="half" idx="1" hasCustomPrompt="1"/>
          </p:nvPr>
        </p:nvSpPr>
        <p:spPr>
          <a:xfrm>
            <a:off x="314692" y="2191870"/>
            <a:ext cx="3650690" cy="3617259"/>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
        <p:nvSpPr>
          <p:cNvPr id="3428" name="Content Placeholder 2">
            <a:extLst>
              <a:ext uri="{FF2B5EF4-FFF2-40B4-BE49-F238E27FC236}">
                <a16:creationId xmlns:a16="http://schemas.microsoft.com/office/drawing/2014/main" id="{91B561D3-B6AC-5C9F-026F-E37DD262A783}"/>
              </a:ext>
            </a:extLst>
          </p:cNvPr>
          <p:cNvSpPr>
            <a:spLocks noGrp="1"/>
          </p:cNvSpPr>
          <p:nvPr>
            <p:ph sz="half" idx="14" hasCustomPrompt="1"/>
          </p:nvPr>
        </p:nvSpPr>
        <p:spPr>
          <a:xfrm>
            <a:off x="4228076" y="2191870"/>
            <a:ext cx="3646421" cy="3617259"/>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
        <p:nvSpPr>
          <p:cNvPr id="3430" name="Content Placeholder 2">
            <a:extLst>
              <a:ext uri="{FF2B5EF4-FFF2-40B4-BE49-F238E27FC236}">
                <a16:creationId xmlns:a16="http://schemas.microsoft.com/office/drawing/2014/main" id="{0971FFF4-0C2D-A4E6-1474-3D6A4F0506DA}"/>
              </a:ext>
            </a:extLst>
          </p:cNvPr>
          <p:cNvSpPr>
            <a:spLocks noGrp="1"/>
          </p:cNvSpPr>
          <p:nvPr>
            <p:ph sz="half" idx="16" hasCustomPrompt="1"/>
          </p:nvPr>
        </p:nvSpPr>
        <p:spPr>
          <a:xfrm>
            <a:off x="8156060" y="2191870"/>
            <a:ext cx="3647391" cy="3617259"/>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
        <p:nvSpPr>
          <p:cNvPr id="4" name="Text Placeholder 212">
            <a:extLst>
              <a:ext uri="{FF2B5EF4-FFF2-40B4-BE49-F238E27FC236}">
                <a16:creationId xmlns:a16="http://schemas.microsoft.com/office/drawing/2014/main" id="{0EDE83FF-6880-0C2B-F666-A52972148FBD}"/>
              </a:ext>
            </a:extLst>
          </p:cNvPr>
          <p:cNvSpPr>
            <a:spLocks noGrp="1"/>
          </p:cNvSpPr>
          <p:nvPr>
            <p:ph type="body" sz="quarter" idx="13" hasCustomPrompt="1"/>
          </p:nvPr>
        </p:nvSpPr>
        <p:spPr>
          <a:xfrm>
            <a:off x="314691" y="1636713"/>
            <a:ext cx="3646421" cy="433965"/>
          </a:xfrm>
          <a:solidFill>
            <a:schemeClr val="tx2"/>
          </a:solidFill>
        </p:spPr>
        <p:txBody>
          <a:bodyPr wrap="square" lIns="182880" tIns="91440" rIns="91440" bIns="91440">
            <a:noAutofit/>
          </a:bodyPr>
          <a:lstStyle>
            <a:lvl1pPr marL="0" indent="0">
              <a:buNone/>
              <a:defRPr sz="1800" b="1" i="0">
                <a:solidFill>
                  <a:schemeClr val="bg1"/>
                </a:solidFill>
                <a:latin typeface="+mj-lt"/>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r>
              <a:rPr lang="en-US" dirty="0"/>
              <a:t>Place content here</a:t>
            </a:r>
          </a:p>
        </p:txBody>
      </p:sp>
      <p:sp>
        <p:nvSpPr>
          <p:cNvPr id="5" name="Text Placeholder 212">
            <a:extLst>
              <a:ext uri="{FF2B5EF4-FFF2-40B4-BE49-F238E27FC236}">
                <a16:creationId xmlns:a16="http://schemas.microsoft.com/office/drawing/2014/main" id="{8CEEB1B0-74A1-A9A5-0E01-2E2E2380F2DF}"/>
              </a:ext>
            </a:extLst>
          </p:cNvPr>
          <p:cNvSpPr>
            <a:spLocks noGrp="1"/>
          </p:cNvSpPr>
          <p:nvPr>
            <p:ph type="body" sz="quarter" idx="15" hasCustomPrompt="1"/>
          </p:nvPr>
        </p:nvSpPr>
        <p:spPr>
          <a:xfrm>
            <a:off x="4231283" y="1636713"/>
            <a:ext cx="3646421" cy="433965"/>
          </a:xfrm>
          <a:solidFill>
            <a:schemeClr val="tx2"/>
          </a:solidFill>
        </p:spPr>
        <p:txBody>
          <a:bodyPr wrap="square" lIns="182880" tIns="91440" rIns="91440" bIns="91440">
            <a:noAutofit/>
          </a:bodyPr>
          <a:lstStyle>
            <a:lvl1pPr marL="0" indent="0">
              <a:buNone/>
              <a:defRPr sz="1800" b="1" i="0">
                <a:solidFill>
                  <a:schemeClr val="bg1"/>
                </a:solidFill>
                <a:latin typeface="+mj-lt"/>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r>
              <a:rPr lang="en-US" dirty="0"/>
              <a:t>Place content here</a:t>
            </a:r>
          </a:p>
        </p:txBody>
      </p:sp>
      <p:sp>
        <p:nvSpPr>
          <p:cNvPr id="6" name="Text Placeholder 212">
            <a:extLst>
              <a:ext uri="{FF2B5EF4-FFF2-40B4-BE49-F238E27FC236}">
                <a16:creationId xmlns:a16="http://schemas.microsoft.com/office/drawing/2014/main" id="{1B1FC136-726A-E90A-AA01-55CC4CA7F5C6}"/>
              </a:ext>
            </a:extLst>
          </p:cNvPr>
          <p:cNvSpPr>
            <a:spLocks noGrp="1"/>
          </p:cNvSpPr>
          <p:nvPr>
            <p:ph type="body" sz="quarter" idx="17" hasCustomPrompt="1"/>
          </p:nvPr>
        </p:nvSpPr>
        <p:spPr>
          <a:xfrm>
            <a:off x="8159995" y="1636713"/>
            <a:ext cx="3646421" cy="433965"/>
          </a:xfrm>
          <a:solidFill>
            <a:schemeClr val="tx2"/>
          </a:solidFill>
        </p:spPr>
        <p:txBody>
          <a:bodyPr wrap="square" lIns="182880" tIns="91440" rIns="91440" bIns="91440">
            <a:noAutofit/>
          </a:bodyPr>
          <a:lstStyle>
            <a:lvl1pPr marL="0" indent="0">
              <a:buNone/>
              <a:defRPr sz="1800" b="1" i="0">
                <a:solidFill>
                  <a:schemeClr val="bg1"/>
                </a:solidFill>
                <a:latin typeface="+mj-lt"/>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r>
              <a:rPr lang="en-US" dirty="0"/>
              <a:t>Place content here</a:t>
            </a:r>
          </a:p>
        </p:txBody>
      </p:sp>
    </p:spTree>
    <p:extLst>
      <p:ext uri="{BB962C8B-B14F-4D97-AF65-F5344CB8AC3E}">
        <p14:creationId xmlns:p14="http://schemas.microsoft.com/office/powerpoint/2010/main" val="14014456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Column Green Ba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7CE54-A067-C608-8071-D9BFAF60EA84}"/>
              </a:ext>
            </a:extLst>
          </p:cNvPr>
          <p:cNvSpPr>
            <a:spLocks noGrp="1"/>
          </p:cNvSpPr>
          <p:nvPr>
            <p:ph type="title" hasCustomPrompt="1"/>
          </p:nvPr>
        </p:nvSpPr>
        <p:spPr>
          <a:xfrm>
            <a:off x="314692" y="365125"/>
            <a:ext cx="11492432" cy="886397"/>
          </a:xfrm>
        </p:spPr>
        <p:txBody>
          <a:bodyPr>
            <a:noAutofit/>
          </a:bodyPr>
          <a:lstStyle>
            <a:lvl1pPr>
              <a:defRPr>
                <a:solidFill>
                  <a:schemeClr val="tx1"/>
                </a:solidFill>
              </a:defRPr>
            </a:lvl1pPr>
          </a:lstStyle>
          <a:p>
            <a:r>
              <a:rPr lang="en-US" dirty="0"/>
              <a:t>One-sentence headline stating the main takeaway message</a:t>
            </a:r>
          </a:p>
        </p:txBody>
      </p:sp>
      <p:sp>
        <p:nvSpPr>
          <p:cNvPr id="3" name="Content Placeholder 2">
            <a:extLst>
              <a:ext uri="{FF2B5EF4-FFF2-40B4-BE49-F238E27FC236}">
                <a16:creationId xmlns:a16="http://schemas.microsoft.com/office/drawing/2014/main" id="{92B9DD14-4659-B8FE-84E6-93F5C544420C}"/>
              </a:ext>
            </a:extLst>
          </p:cNvPr>
          <p:cNvSpPr>
            <a:spLocks noGrp="1"/>
          </p:cNvSpPr>
          <p:nvPr>
            <p:ph sz="half" idx="1" hasCustomPrompt="1"/>
          </p:nvPr>
        </p:nvSpPr>
        <p:spPr>
          <a:xfrm>
            <a:off x="314692" y="2191870"/>
            <a:ext cx="2743968" cy="3617259"/>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
        <p:nvSpPr>
          <p:cNvPr id="3428" name="Content Placeholder 2">
            <a:extLst>
              <a:ext uri="{FF2B5EF4-FFF2-40B4-BE49-F238E27FC236}">
                <a16:creationId xmlns:a16="http://schemas.microsoft.com/office/drawing/2014/main" id="{91B561D3-B6AC-5C9F-026F-E37DD262A783}"/>
              </a:ext>
            </a:extLst>
          </p:cNvPr>
          <p:cNvSpPr>
            <a:spLocks noGrp="1"/>
          </p:cNvSpPr>
          <p:nvPr>
            <p:ph sz="half" idx="14" hasCustomPrompt="1"/>
          </p:nvPr>
        </p:nvSpPr>
        <p:spPr>
          <a:xfrm>
            <a:off x="3237701" y="2191870"/>
            <a:ext cx="2740760" cy="3617259"/>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
        <p:nvSpPr>
          <p:cNvPr id="3430" name="Content Placeholder 2">
            <a:extLst>
              <a:ext uri="{FF2B5EF4-FFF2-40B4-BE49-F238E27FC236}">
                <a16:creationId xmlns:a16="http://schemas.microsoft.com/office/drawing/2014/main" id="{0971FFF4-0C2D-A4E6-1474-3D6A4F0506DA}"/>
              </a:ext>
            </a:extLst>
          </p:cNvPr>
          <p:cNvSpPr>
            <a:spLocks noGrp="1"/>
          </p:cNvSpPr>
          <p:nvPr>
            <p:ph sz="half" idx="16" hasCustomPrompt="1"/>
          </p:nvPr>
        </p:nvSpPr>
        <p:spPr>
          <a:xfrm>
            <a:off x="6144032" y="2191870"/>
            <a:ext cx="2741489" cy="3617259"/>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
        <p:nvSpPr>
          <p:cNvPr id="3432" name="Content Placeholder 2">
            <a:extLst>
              <a:ext uri="{FF2B5EF4-FFF2-40B4-BE49-F238E27FC236}">
                <a16:creationId xmlns:a16="http://schemas.microsoft.com/office/drawing/2014/main" id="{13E0DCF4-21AE-4C71-696D-13E98DC66059}"/>
              </a:ext>
            </a:extLst>
          </p:cNvPr>
          <p:cNvSpPr>
            <a:spLocks noGrp="1"/>
          </p:cNvSpPr>
          <p:nvPr>
            <p:ph sz="half" idx="18" hasCustomPrompt="1"/>
          </p:nvPr>
        </p:nvSpPr>
        <p:spPr>
          <a:xfrm>
            <a:off x="9069571" y="2191870"/>
            <a:ext cx="2737553" cy="3617259"/>
          </a:xfrm>
        </p:spPr>
        <p:txBody>
          <a:bodyPr lIns="182880" tIns="91440" rIns="91440" bIns="91440">
            <a:noAutofit/>
          </a:bodyPr>
          <a:lstStyle>
            <a:lvl1pPr marL="0" indent="0">
              <a:spcBef>
                <a:spcPts val="1200"/>
              </a:spcBef>
              <a:spcAft>
                <a:spcPts val="60"/>
              </a:spcAft>
              <a:buNone/>
              <a:defRPr sz="1800">
                <a:solidFill>
                  <a:schemeClr val="tx1"/>
                </a:solidFill>
              </a:defRPr>
            </a:lvl1pPr>
            <a:lvl2pPr>
              <a:spcBef>
                <a:spcPts val="1200"/>
              </a:spcBef>
              <a:spcAft>
                <a:spcPts val="60"/>
              </a:spcAft>
              <a:defRPr sz="1600">
                <a:solidFill>
                  <a:schemeClr val="tx1"/>
                </a:solidFill>
              </a:defRPr>
            </a:lvl2pPr>
            <a:lvl3pPr>
              <a:spcBef>
                <a:spcPts val="1200"/>
              </a:spcBef>
              <a:spcAft>
                <a:spcPts val="60"/>
              </a:spcAft>
              <a:defRPr sz="1600">
                <a:solidFill>
                  <a:schemeClr val="tx1"/>
                </a:solidFill>
              </a:defRPr>
            </a:lvl3pPr>
            <a:lvl4pPr>
              <a:spcBef>
                <a:spcPts val="1200"/>
              </a:spcBef>
              <a:spcAft>
                <a:spcPts val="60"/>
              </a:spcAft>
              <a:defRPr sz="1600">
                <a:solidFill>
                  <a:schemeClr val="tx1"/>
                </a:solidFill>
              </a:defRPr>
            </a:lvl4pPr>
            <a:lvl5pPr>
              <a:spcBef>
                <a:spcPts val="1200"/>
              </a:spcBef>
              <a:spcAft>
                <a:spcPts val="60"/>
              </a:spcAft>
              <a:defRPr sz="1600"/>
            </a:lvl5pPr>
          </a:lstStyle>
          <a:p>
            <a:r>
              <a:rPr lang="en-US" dirty="0"/>
              <a:t>Place content here</a:t>
            </a:r>
          </a:p>
        </p:txBody>
      </p:sp>
      <p:sp>
        <p:nvSpPr>
          <p:cNvPr id="4" name="Text Placeholder 212">
            <a:extLst>
              <a:ext uri="{FF2B5EF4-FFF2-40B4-BE49-F238E27FC236}">
                <a16:creationId xmlns:a16="http://schemas.microsoft.com/office/drawing/2014/main" id="{A8FB3702-489D-7133-5029-0EED83D74255}"/>
              </a:ext>
            </a:extLst>
          </p:cNvPr>
          <p:cNvSpPr>
            <a:spLocks noGrp="1"/>
          </p:cNvSpPr>
          <p:nvPr>
            <p:ph type="body" sz="quarter" idx="13" hasCustomPrompt="1"/>
          </p:nvPr>
        </p:nvSpPr>
        <p:spPr>
          <a:xfrm>
            <a:off x="314692" y="1636713"/>
            <a:ext cx="2740760" cy="433965"/>
          </a:xfrm>
          <a:solidFill>
            <a:schemeClr val="tx2"/>
          </a:solidFill>
        </p:spPr>
        <p:txBody>
          <a:bodyPr wrap="square" lIns="182880" tIns="91440" rIns="91440" bIns="91440">
            <a:spAutoFit/>
          </a:bodyPr>
          <a:lstStyle>
            <a:lvl1pPr marL="0" indent="0">
              <a:buNone/>
              <a:defRPr sz="1800" b="1" i="0">
                <a:solidFill>
                  <a:schemeClr val="bg1"/>
                </a:solidFill>
                <a:latin typeface="+mj-lt"/>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r>
              <a:rPr lang="en-US" dirty="0"/>
              <a:t>Place content here</a:t>
            </a:r>
          </a:p>
        </p:txBody>
      </p:sp>
      <p:sp>
        <p:nvSpPr>
          <p:cNvPr id="5" name="Text Placeholder 212">
            <a:extLst>
              <a:ext uri="{FF2B5EF4-FFF2-40B4-BE49-F238E27FC236}">
                <a16:creationId xmlns:a16="http://schemas.microsoft.com/office/drawing/2014/main" id="{A472ABD6-D4AF-51A3-D274-EB02E1F7D698}"/>
              </a:ext>
            </a:extLst>
          </p:cNvPr>
          <p:cNvSpPr>
            <a:spLocks noGrp="1"/>
          </p:cNvSpPr>
          <p:nvPr>
            <p:ph type="body" sz="quarter" idx="15" hasCustomPrompt="1"/>
          </p:nvPr>
        </p:nvSpPr>
        <p:spPr>
          <a:xfrm>
            <a:off x="3237701" y="1636713"/>
            <a:ext cx="2740760" cy="433965"/>
          </a:xfrm>
          <a:solidFill>
            <a:schemeClr val="tx2"/>
          </a:solidFill>
        </p:spPr>
        <p:txBody>
          <a:bodyPr wrap="square" lIns="182880" tIns="91440" rIns="91440" bIns="91440">
            <a:noAutofit/>
          </a:bodyPr>
          <a:lstStyle>
            <a:lvl1pPr marL="0" indent="0">
              <a:buNone/>
              <a:defRPr sz="1800" b="1" i="0">
                <a:solidFill>
                  <a:schemeClr val="bg1"/>
                </a:solidFill>
                <a:latin typeface="+mj-lt"/>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r>
              <a:rPr lang="en-US" dirty="0"/>
              <a:t>Place content here</a:t>
            </a:r>
          </a:p>
        </p:txBody>
      </p:sp>
      <p:sp>
        <p:nvSpPr>
          <p:cNvPr id="6" name="Text Placeholder 212">
            <a:extLst>
              <a:ext uri="{FF2B5EF4-FFF2-40B4-BE49-F238E27FC236}">
                <a16:creationId xmlns:a16="http://schemas.microsoft.com/office/drawing/2014/main" id="{9B2846D9-98D8-E207-8370-E81B28729B49}"/>
              </a:ext>
            </a:extLst>
          </p:cNvPr>
          <p:cNvSpPr>
            <a:spLocks noGrp="1"/>
          </p:cNvSpPr>
          <p:nvPr>
            <p:ph type="body" sz="quarter" idx="17" hasCustomPrompt="1"/>
          </p:nvPr>
        </p:nvSpPr>
        <p:spPr>
          <a:xfrm>
            <a:off x="6144761" y="1636713"/>
            <a:ext cx="2740760" cy="433965"/>
          </a:xfrm>
          <a:solidFill>
            <a:schemeClr val="tx2"/>
          </a:solidFill>
        </p:spPr>
        <p:txBody>
          <a:bodyPr wrap="square" lIns="182880" tIns="91440" rIns="91440" bIns="91440">
            <a:noAutofit/>
          </a:bodyPr>
          <a:lstStyle>
            <a:lvl1pPr marL="0" indent="0">
              <a:buNone/>
              <a:defRPr sz="1800" b="1" i="0">
                <a:solidFill>
                  <a:schemeClr val="bg1"/>
                </a:solidFill>
                <a:latin typeface="+mj-lt"/>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r>
              <a:rPr lang="en-US" dirty="0"/>
              <a:t>Place content here</a:t>
            </a:r>
          </a:p>
        </p:txBody>
      </p:sp>
      <p:sp>
        <p:nvSpPr>
          <p:cNvPr id="7" name="Text Placeholder 212">
            <a:extLst>
              <a:ext uri="{FF2B5EF4-FFF2-40B4-BE49-F238E27FC236}">
                <a16:creationId xmlns:a16="http://schemas.microsoft.com/office/drawing/2014/main" id="{5A4E93FB-938D-13A6-A78B-46943641C35D}"/>
              </a:ext>
            </a:extLst>
          </p:cNvPr>
          <p:cNvSpPr>
            <a:spLocks noGrp="1"/>
          </p:cNvSpPr>
          <p:nvPr>
            <p:ph type="body" sz="quarter" idx="19" hasCustomPrompt="1"/>
          </p:nvPr>
        </p:nvSpPr>
        <p:spPr>
          <a:xfrm>
            <a:off x="9069571" y="1636713"/>
            <a:ext cx="2740760" cy="433965"/>
          </a:xfrm>
          <a:solidFill>
            <a:schemeClr val="tx2"/>
          </a:solidFill>
        </p:spPr>
        <p:txBody>
          <a:bodyPr wrap="square" lIns="182880" tIns="91440" rIns="91440" bIns="91440">
            <a:noAutofit/>
          </a:bodyPr>
          <a:lstStyle>
            <a:lvl1pPr marL="0" indent="0">
              <a:buNone/>
              <a:defRPr sz="1800" b="1" i="0">
                <a:solidFill>
                  <a:schemeClr val="bg1"/>
                </a:solidFill>
                <a:latin typeface="+mj-lt"/>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r>
              <a:rPr lang="en-US" dirty="0"/>
              <a:t>Place content here</a:t>
            </a:r>
          </a:p>
        </p:txBody>
      </p:sp>
    </p:spTree>
    <p:extLst>
      <p:ext uri="{BB962C8B-B14F-4D97-AF65-F5344CB8AC3E}">
        <p14:creationId xmlns:p14="http://schemas.microsoft.com/office/powerpoint/2010/main" val="4981882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Image Series A">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A0731A8F-A5F9-DD23-C897-CABCBA301C32}"/>
              </a:ext>
            </a:extLst>
          </p:cNvPr>
          <p:cNvSpPr/>
          <p:nvPr userDrawn="1"/>
        </p:nvSpPr>
        <p:spPr>
          <a:xfrm>
            <a:off x="0" y="2874040"/>
            <a:ext cx="12192000" cy="3983959"/>
          </a:xfrm>
          <a:custGeom>
            <a:avLst/>
            <a:gdLst>
              <a:gd name="connsiteX0" fmla="*/ 0 w 12192000"/>
              <a:gd name="connsiteY0" fmla="*/ 0 h 3728466"/>
              <a:gd name="connsiteX1" fmla="*/ 12192000 w 12192000"/>
              <a:gd name="connsiteY1" fmla="*/ 0 h 3728466"/>
              <a:gd name="connsiteX2" fmla="*/ 12192000 w 12192000"/>
              <a:gd name="connsiteY2" fmla="*/ 3728466 h 3728466"/>
              <a:gd name="connsiteX3" fmla="*/ 0 w 12192000"/>
              <a:gd name="connsiteY3" fmla="*/ 3728466 h 3728466"/>
            </a:gdLst>
            <a:ahLst/>
            <a:cxnLst>
              <a:cxn ang="0">
                <a:pos x="connsiteX0" y="connsiteY0"/>
              </a:cxn>
              <a:cxn ang="0">
                <a:pos x="connsiteX1" y="connsiteY1"/>
              </a:cxn>
              <a:cxn ang="0">
                <a:pos x="connsiteX2" y="connsiteY2"/>
              </a:cxn>
              <a:cxn ang="0">
                <a:pos x="connsiteX3" y="connsiteY3"/>
              </a:cxn>
            </a:cxnLst>
            <a:rect l="l" t="t" r="r" b="b"/>
            <a:pathLst>
              <a:path w="12192000" h="3728466">
                <a:moveTo>
                  <a:pt x="0" y="0"/>
                </a:moveTo>
                <a:lnTo>
                  <a:pt x="12192000" y="0"/>
                </a:lnTo>
                <a:lnTo>
                  <a:pt x="12192000" y="3728466"/>
                </a:lnTo>
                <a:lnTo>
                  <a:pt x="0" y="3728466"/>
                </a:lnTo>
                <a:close/>
              </a:path>
            </a:pathLst>
          </a:custGeom>
          <a:solidFill>
            <a:schemeClr val="tx2"/>
          </a:solidFill>
          <a:ln w="0" cap="flat">
            <a:noFill/>
            <a:prstDash val="solid"/>
            <a:miter/>
          </a:ln>
        </p:spPr>
        <p:txBody>
          <a:bodyPr rtlCol="0" anchor="ctr"/>
          <a:lstStyle/>
          <a:p>
            <a:endParaRPr lang="en-US" dirty="0">
              <a:latin typeface="Aptos Light" panose="020B0004020202020204" pitchFamily="34" charset="0"/>
            </a:endParaRPr>
          </a:p>
        </p:txBody>
      </p:sp>
      <p:sp>
        <p:nvSpPr>
          <p:cNvPr id="361" name="Picture Placeholder 360">
            <a:extLst>
              <a:ext uri="{FF2B5EF4-FFF2-40B4-BE49-F238E27FC236}">
                <a16:creationId xmlns:a16="http://schemas.microsoft.com/office/drawing/2014/main" id="{BDA3E75D-82B9-D08B-2F03-A683518AC717}"/>
              </a:ext>
            </a:extLst>
          </p:cNvPr>
          <p:cNvSpPr>
            <a:spLocks noGrp="1" noChangeAspect="1"/>
          </p:cNvSpPr>
          <p:nvPr>
            <p:ph type="pic" sz="quarter" idx="12"/>
          </p:nvPr>
        </p:nvSpPr>
        <p:spPr>
          <a:xfrm>
            <a:off x="1069848" y="1645920"/>
            <a:ext cx="2923908" cy="2926080"/>
          </a:xfrm>
          <a:solidFill>
            <a:schemeClr val="bg2"/>
          </a:solidFill>
        </p:spPr>
        <p:txBody>
          <a:bodyPr/>
          <a:lstStyle>
            <a:lvl1pPr>
              <a:defRPr/>
            </a:lvl1pPr>
          </a:lstStyle>
          <a:p>
            <a:r>
              <a:rPr lang="en-US"/>
              <a:t>Click icon to add picture</a:t>
            </a:r>
            <a:endParaRPr lang="en-US" dirty="0"/>
          </a:p>
        </p:txBody>
      </p:sp>
      <p:sp>
        <p:nvSpPr>
          <p:cNvPr id="362" name="Picture Placeholder 360">
            <a:extLst>
              <a:ext uri="{FF2B5EF4-FFF2-40B4-BE49-F238E27FC236}">
                <a16:creationId xmlns:a16="http://schemas.microsoft.com/office/drawing/2014/main" id="{B61B4DFE-D0E9-B57A-176A-09A1C664C95C}"/>
              </a:ext>
            </a:extLst>
          </p:cNvPr>
          <p:cNvSpPr>
            <a:spLocks noGrp="1" noChangeAspect="1"/>
          </p:cNvSpPr>
          <p:nvPr>
            <p:ph type="pic" sz="quarter" idx="13"/>
          </p:nvPr>
        </p:nvSpPr>
        <p:spPr>
          <a:xfrm>
            <a:off x="4636008" y="1645920"/>
            <a:ext cx="2926080" cy="2926080"/>
          </a:xfrm>
          <a:solidFill>
            <a:schemeClr val="bg2"/>
          </a:solidFill>
        </p:spPr>
        <p:txBody>
          <a:bodyPr/>
          <a:lstStyle>
            <a:lvl1pPr>
              <a:defRPr/>
            </a:lvl1pPr>
          </a:lstStyle>
          <a:p>
            <a:r>
              <a:rPr lang="en-US"/>
              <a:t>Click icon to add picture</a:t>
            </a:r>
            <a:endParaRPr lang="en-US" dirty="0"/>
          </a:p>
        </p:txBody>
      </p:sp>
      <p:sp>
        <p:nvSpPr>
          <p:cNvPr id="363" name="Picture Placeholder 360">
            <a:extLst>
              <a:ext uri="{FF2B5EF4-FFF2-40B4-BE49-F238E27FC236}">
                <a16:creationId xmlns:a16="http://schemas.microsoft.com/office/drawing/2014/main" id="{174E554B-4BD8-EF29-58CE-4FB93A18B3CF}"/>
              </a:ext>
            </a:extLst>
          </p:cNvPr>
          <p:cNvSpPr>
            <a:spLocks noGrp="1" noChangeAspect="1"/>
          </p:cNvSpPr>
          <p:nvPr>
            <p:ph type="pic" sz="quarter" idx="14"/>
          </p:nvPr>
        </p:nvSpPr>
        <p:spPr>
          <a:xfrm>
            <a:off x="8202168" y="1645920"/>
            <a:ext cx="2926080" cy="2926080"/>
          </a:xfrm>
          <a:solidFill>
            <a:schemeClr val="bg2"/>
          </a:solidFill>
        </p:spPr>
        <p:txBody>
          <a:bodyPr/>
          <a:lstStyle>
            <a:lvl1pPr>
              <a:defRPr/>
            </a:lvl1pPr>
          </a:lstStyle>
          <a:p>
            <a:r>
              <a:rPr lang="en-US"/>
              <a:t>Click icon to add picture</a:t>
            </a:r>
            <a:endParaRPr lang="en-US" dirty="0"/>
          </a:p>
        </p:txBody>
      </p:sp>
      <p:sp>
        <p:nvSpPr>
          <p:cNvPr id="7" name="Title 6">
            <a:extLst>
              <a:ext uri="{FF2B5EF4-FFF2-40B4-BE49-F238E27FC236}">
                <a16:creationId xmlns:a16="http://schemas.microsoft.com/office/drawing/2014/main" id="{6E6634D6-1ACC-26AC-A117-291B7F184582}"/>
              </a:ext>
            </a:extLst>
          </p:cNvPr>
          <p:cNvSpPr>
            <a:spLocks noGrp="1"/>
          </p:cNvSpPr>
          <p:nvPr>
            <p:ph type="title" hasCustomPrompt="1"/>
          </p:nvPr>
        </p:nvSpPr>
        <p:spPr>
          <a:xfrm>
            <a:off x="314692" y="365125"/>
            <a:ext cx="11492432" cy="886397"/>
          </a:xfrm>
        </p:spPr>
        <p:txBody>
          <a:bodyPr>
            <a:noAutofit/>
          </a:bodyPr>
          <a:lstStyle>
            <a:lvl1pPr>
              <a:defRPr>
                <a:latin typeface="+mj-lt"/>
              </a:defRPr>
            </a:lvl1pPr>
          </a:lstStyle>
          <a:p>
            <a:r>
              <a:rPr lang="en-US" dirty="0"/>
              <a:t>One-sentence headline stating the main takeaway message</a:t>
            </a:r>
          </a:p>
        </p:txBody>
      </p:sp>
      <p:sp>
        <p:nvSpPr>
          <p:cNvPr id="3" name="Rectangle 6">
            <a:extLst>
              <a:ext uri="{FF2B5EF4-FFF2-40B4-BE49-F238E27FC236}">
                <a16:creationId xmlns:a16="http://schemas.microsoft.com/office/drawing/2014/main" id="{AB6D4833-11C2-F073-A788-EE5CF0875463}"/>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Aptos Light" panose="020B0004020202020204" pitchFamily="34" charset="0"/>
                <a:ea typeface="Aptos"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dirty="0">
              <a:solidFill>
                <a:schemeClr val="bg1"/>
              </a:solidFill>
              <a:latin typeface="Aptos Light" panose="020B0004020202020204" pitchFamily="34" charset="0"/>
              <a:ea typeface="Aptos" panose="02000000000000000000" pitchFamily="2" charset="0"/>
              <a:cs typeface="Times New Roman" panose="02020603050405020304" pitchFamily="18" charset="0"/>
            </a:endParaRPr>
          </a:p>
        </p:txBody>
      </p:sp>
      <p:pic>
        <p:nvPicPr>
          <p:cNvPr id="2" name="Graphic 1">
            <a:extLst>
              <a:ext uri="{FF2B5EF4-FFF2-40B4-BE49-F238E27FC236}">
                <a16:creationId xmlns:a16="http://schemas.microsoft.com/office/drawing/2014/main" id="{9839855A-2E65-D041-0145-9228A25DEC8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4693" y="6431818"/>
            <a:ext cx="1188988" cy="285824"/>
          </a:xfrm>
          <a:prstGeom prst="rect">
            <a:avLst/>
          </a:prstGeom>
        </p:spPr>
      </p:pic>
      <p:sp>
        <p:nvSpPr>
          <p:cNvPr id="9" name="Text Placeholder 364">
            <a:extLst>
              <a:ext uri="{FF2B5EF4-FFF2-40B4-BE49-F238E27FC236}">
                <a16:creationId xmlns:a16="http://schemas.microsoft.com/office/drawing/2014/main" id="{87DB2D28-593F-795D-4528-4F36687F3FCB}"/>
              </a:ext>
            </a:extLst>
          </p:cNvPr>
          <p:cNvSpPr>
            <a:spLocks noGrp="1"/>
          </p:cNvSpPr>
          <p:nvPr>
            <p:ph type="body" sz="quarter" idx="18" hasCustomPrompt="1"/>
          </p:nvPr>
        </p:nvSpPr>
        <p:spPr>
          <a:xfrm>
            <a:off x="1335024" y="4727448"/>
            <a:ext cx="2393950" cy="369332"/>
          </a:xfrm>
        </p:spPr>
        <p:txBody>
          <a:bodyPr tIns="91440" bIns="0">
            <a:noAutofit/>
          </a:bodyPr>
          <a:lstStyle>
            <a:lvl1pPr marL="0" indent="0" algn="ctr">
              <a:buNone/>
              <a:defRPr sz="1800" b="1">
                <a:solidFill>
                  <a:schemeClr val="bg1"/>
                </a:solidFill>
                <a:latin typeface="+mj-lt"/>
              </a:defRPr>
            </a:lvl1pPr>
            <a:lvl2pPr marL="457200" indent="0" algn="ctr">
              <a:buNone/>
              <a:defRPr sz="2000" b="1">
                <a:solidFill>
                  <a:schemeClr val="bg1"/>
                </a:solidFill>
              </a:defRPr>
            </a:lvl2pPr>
            <a:lvl3pPr marL="914400" indent="0" algn="ctr">
              <a:buNone/>
              <a:defRPr sz="2000" b="1">
                <a:solidFill>
                  <a:schemeClr val="bg1"/>
                </a:solidFill>
              </a:defRPr>
            </a:lvl3pPr>
            <a:lvl4pPr marL="1371600" indent="0" algn="ctr">
              <a:buNone/>
              <a:defRPr sz="2000" b="1">
                <a:solidFill>
                  <a:schemeClr val="bg1"/>
                </a:solidFill>
              </a:defRPr>
            </a:lvl4pPr>
            <a:lvl5pPr marL="1828800" indent="0" algn="ctr">
              <a:buNone/>
              <a:defRPr sz="2000" b="1">
                <a:solidFill>
                  <a:schemeClr val="bg1"/>
                </a:solidFill>
              </a:defRPr>
            </a:lvl5pPr>
          </a:lstStyle>
          <a:p>
            <a:r>
              <a:rPr lang="en-US" dirty="0"/>
              <a:t>Place content here</a:t>
            </a:r>
          </a:p>
        </p:txBody>
      </p:sp>
      <p:sp>
        <p:nvSpPr>
          <p:cNvPr id="10" name="Text Placeholder 364">
            <a:extLst>
              <a:ext uri="{FF2B5EF4-FFF2-40B4-BE49-F238E27FC236}">
                <a16:creationId xmlns:a16="http://schemas.microsoft.com/office/drawing/2014/main" id="{7376F770-679C-5A79-745B-C16311760FBF}"/>
              </a:ext>
            </a:extLst>
          </p:cNvPr>
          <p:cNvSpPr>
            <a:spLocks noGrp="1"/>
          </p:cNvSpPr>
          <p:nvPr>
            <p:ph type="body" sz="quarter" idx="19" hasCustomPrompt="1"/>
          </p:nvPr>
        </p:nvSpPr>
        <p:spPr>
          <a:xfrm>
            <a:off x="4906516" y="4727448"/>
            <a:ext cx="2393950" cy="369332"/>
          </a:xfrm>
        </p:spPr>
        <p:txBody>
          <a:bodyPr tIns="91440" bIns="0">
            <a:noAutofit/>
          </a:bodyPr>
          <a:lstStyle>
            <a:lvl1pPr marL="0" indent="0" algn="ctr">
              <a:buNone/>
              <a:defRPr sz="1800" b="1">
                <a:solidFill>
                  <a:schemeClr val="bg1"/>
                </a:solidFill>
                <a:latin typeface="+mj-lt"/>
              </a:defRPr>
            </a:lvl1pPr>
            <a:lvl2pPr marL="457200" indent="0" algn="ctr">
              <a:buNone/>
              <a:defRPr sz="2000" b="1">
                <a:solidFill>
                  <a:schemeClr val="bg1"/>
                </a:solidFill>
              </a:defRPr>
            </a:lvl2pPr>
            <a:lvl3pPr marL="914400" indent="0" algn="ctr">
              <a:buNone/>
              <a:defRPr sz="2000" b="1">
                <a:solidFill>
                  <a:schemeClr val="bg1"/>
                </a:solidFill>
              </a:defRPr>
            </a:lvl3pPr>
            <a:lvl4pPr marL="1371600" indent="0" algn="ctr">
              <a:buNone/>
              <a:defRPr sz="2000" b="1">
                <a:solidFill>
                  <a:schemeClr val="bg1"/>
                </a:solidFill>
              </a:defRPr>
            </a:lvl4pPr>
            <a:lvl5pPr marL="1828800" indent="0" algn="ctr">
              <a:buNone/>
              <a:defRPr sz="2000" b="1">
                <a:solidFill>
                  <a:schemeClr val="bg1"/>
                </a:solidFill>
              </a:defRPr>
            </a:lvl5pPr>
          </a:lstStyle>
          <a:p>
            <a:r>
              <a:rPr lang="en-US" dirty="0"/>
              <a:t>Place content here</a:t>
            </a:r>
          </a:p>
        </p:txBody>
      </p:sp>
      <p:sp>
        <p:nvSpPr>
          <p:cNvPr id="11" name="Text Placeholder 364">
            <a:extLst>
              <a:ext uri="{FF2B5EF4-FFF2-40B4-BE49-F238E27FC236}">
                <a16:creationId xmlns:a16="http://schemas.microsoft.com/office/drawing/2014/main" id="{BE984742-C45A-DB0D-15F8-E82D7B9C2FC6}"/>
              </a:ext>
            </a:extLst>
          </p:cNvPr>
          <p:cNvSpPr>
            <a:spLocks noGrp="1"/>
          </p:cNvSpPr>
          <p:nvPr>
            <p:ph type="body" sz="quarter" idx="20" hasCustomPrompt="1"/>
          </p:nvPr>
        </p:nvSpPr>
        <p:spPr>
          <a:xfrm>
            <a:off x="8458200" y="4727448"/>
            <a:ext cx="2393950" cy="369332"/>
          </a:xfrm>
        </p:spPr>
        <p:txBody>
          <a:bodyPr tIns="91440" bIns="0">
            <a:noAutofit/>
          </a:bodyPr>
          <a:lstStyle>
            <a:lvl1pPr marL="0" indent="0" algn="ctr">
              <a:buNone/>
              <a:defRPr sz="1800" b="1">
                <a:solidFill>
                  <a:schemeClr val="bg1"/>
                </a:solidFill>
                <a:latin typeface="+mj-lt"/>
              </a:defRPr>
            </a:lvl1pPr>
            <a:lvl2pPr marL="457200" indent="0" algn="ctr">
              <a:buNone/>
              <a:defRPr sz="2000" b="1">
                <a:solidFill>
                  <a:schemeClr val="bg1"/>
                </a:solidFill>
              </a:defRPr>
            </a:lvl2pPr>
            <a:lvl3pPr marL="914400" indent="0" algn="ctr">
              <a:buNone/>
              <a:defRPr sz="2000" b="1">
                <a:solidFill>
                  <a:schemeClr val="bg1"/>
                </a:solidFill>
              </a:defRPr>
            </a:lvl3pPr>
            <a:lvl4pPr marL="1371600" indent="0" algn="ctr">
              <a:buNone/>
              <a:defRPr sz="2000" b="1">
                <a:solidFill>
                  <a:schemeClr val="bg1"/>
                </a:solidFill>
              </a:defRPr>
            </a:lvl4pPr>
            <a:lvl5pPr marL="1828800" indent="0" algn="ctr">
              <a:buNone/>
              <a:defRPr sz="2000" b="1">
                <a:solidFill>
                  <a:schemeClr val="bg1"/>
                </a:solidFill>
              </a:defRPr>
            </a:lvl5pPr>
          </a:lstStyle>
          <a:p>
            <a:r>
              <a:rPr lang="en-US" dirty="0"/>
              <a:t>Place content here</a:t>
            </a:r>
          </a:p>
        </p:txBody>
      </p:sp>
    </p:spTree>
    <p:extLst>
      <p:ext uri="{BB962C8B-B14F-4D97-AF65-F5344CB8AC3E}">
        <p14:creationId xmlns:p14="http://schemas.microsoft.com/office/powerpoint/2010/main" val="20681992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Image Series B">
    <p:spTree>
      <p:nvGrpSpPr>
        <p:cNvPr id="1" name=""/>
        <p:cNvGrpSpPr/>
        <p:nvPr/>
      </p:nvGrpSpPr>
      <p:grpSpPr>
        <a:xfrm>
          <a:off x="0" y="0"/>
          <a:ext cx="0" cy="0"/>
          <a:chOff x="0" y="0"/>
          <a:chExt cx="0" cy="0"/>
        </a:xfrm>
      </p:grpSpPr>
      <p:pic>
        <p:nvPicPr>
          <p:cNvPr id="17" name="Graphic 285">
            <a:extLst>
              <a:ext uri="{FF2B5EF4-FFF2-40B4-BE49-F238E27FC236}">
                <a16:creationId xmlns:a16="http://schemas.microsoft.com/office/drawing/2014/main" id="{33C27B49-A27E-0D8E-47DA-07C46ED6F876}"/>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65D5DB1-B0F4-39A7-9E5F-343BB17944E4}"/>
              </a:ext>
            </a:extLst>
          </p:cNvPr>
          <p:cNvSpPr>
            <a:spLocks noGrp="1"/>
          </p:cNvSpPr>
          <p:nvPr>
            <p:ph type="title" hasCustomPrompt="1"/>
          </p:nvPr>
        </p:nvSpPr>
        <p:spPr>
          <a:xfrm>
            <a:off x="314692" y="365125"/>
            <a:ext cx="11685523" cy="886397"/>
          </a:xfrm>
        </p:spPr>
        <p:txBody>
          <a:bodyPr>
            <a:noAutofit/>
          </a:bodyPr>
          <a:lstStyle>
            <a:lvl1pPr>
              <a:defRPr b="1">
                <a:solidFill>
                  <a:schemeClr val="bg1"/>
                </a:solidFill>
              </a:defRPr>
            </a:lvl1pPr>
          </a:lstStyle>
          <a:p>
            <a:r>
              <a:rPr lang="en-US" dirty="0"/>
              <a:t>One-sentence headline stating the main takeaway message</a:t>
            </a:r>
          </a:p>
        </p:txBody>
      </p:sp>
      <p:sp>
        <p:nvSpPr>
          <p:cNvPr id="4" name="Rectangle 6">
            <a:extLst>
              <a:ext uri="{FF2B5EF4-FFF2-40B4-BE49-F238E27FC236}">
                <a16:creationId xmlns:a16="http://schemas.microsoft.com/office/drawing/2014/main" id="{DAF7721B-92F3-10FF-5A89-459D1C6BA969}"/>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Aptos Light" panose="020B0004020202020204" pitchFamily="34" charset="0"/>
                <a:ea typeface="Aptos"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dirty="0">
              <a:solidFill>
                <a:schemeClr val="bg1"/>
              </a:solidFill>
              <a:latin typeface="Aptos Light" panose="020B0004020202020204" pitchFamily="34" charset="0"/>
              <a:ea typeface="Aptos" panose="02000000000000000000" pitchFamily="2" charset="0"/>
              <a:cs typeface="Times New Roman" panose="02020603050405020304" pitchFamily="18" charset="0"/>
            </a:endParaRPr>
          </a:p>
        </p:txBody>
      </p:sp>
      <p:pic>
        <p:nvPicPr>
          <p:cNvPr id="3" name="Graphic 2">
            <a:extLst>
              <a:ext uri="{FF2B5EF4-FFF2-40B4-BE49-F238E27FC236}">
                <a16:creationId xmlns:a16="http://schemas.microsoft.com/office/drawing/2014/main" id="{0FD5FAFE-F099-74C8-600F-3FEE5ACA26C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14693" y="6431818"/>
            <a:ext cx="1188988" cy="285824"/>
          </a:xfrm>
          <a:prstGeom prst="rect">
            <a:avLst/>
          </a:prstGeom>
        </p:spPr>
      </p:pic>
      <p:sp>
        <p:nvSpPr>
          <p:cNvPr id="5" name="Picture Placeholder 360">
            <a:extLst>
              <a:ext uri="{FF2B5EF4-FFF2-40B4-BE49-F238E27FC236}">
                <a16:creationId xmlns:a16="http://schemas.microsoft.com/office/drawing/2014/main" id="{B6C3CAB0-9F19-5F7D-262F-075849CDF9D2}"/>
              </a:ext>
            </a:extLst>
          </p:cNvPr>
          <p:cNvSpPr>
            <a:spLocks noGrp="1" noChangeAspect="1"/>
          </p:cNvSpPr>
          <p:nvPr>
            <p:ph type="pic" sz="quarter" idx="12"/>
          </p:nvPr>
        </p:nvSpPr>
        <p:spPr>
          <a:xfrm>
            <a:off x="1069848" y="1645920"/>
            <a:ext cx="2923908" cy="2926080"/>
          </a:xfrm>
          <a:solidFill>
            <a:schemeClr val="bg2"/>
          </a:solidFill>
        </p:spPr>
        <p:txBody>
          <a:bodyPr/>
          <a:lstStyle>
            <a:lvl1pPr>
              <a:defRPr/>
            </a:lvl1pPr>
          </a:lstStyle>
          <a:p>
            <a:r>
              <a:rPr lang="en-US"/>
              <a:t>Click icon to add picture</a:t>
            </a:r>
            <a:endParaRPr lang="en-US" dirty="0"/>
          </a:p>
        </p:txBody>
      </p:sp>
      <p:sp>
        <p:nvSpPr>
          <p:cNvPr id="12" name="Picture Placeholder 360">
            <a:extLst>
              <a:ext uri="{FF2B5EF4-FFF2-40B4-BE49-F238E27FC236}">
                <a16:creationId xmlns:a16="http://schemas.microsoft.com/office/drawing/2014/main" id="{F6D66F89-B82D-509A-9415-1271514F009C}"/>
              </a:ext>
            </a:extLst>
          </p:cNvPr>
          <p:cNvSpPr>
            <a:spLocks noGrp="1" noChangeAspect="1"/>
          </p:cNvSpPr>
          <p:nvPr>
            <p:ph type="pic" sz="quarter" idx="13"/>
          </p:nvPr>
        </p:nvSpPr>
        <p:spPr>
          <a:xfrm>
            <a:off x="4636008" y="1645920"/>
            <a:ext cx="2926080" cy="2926080"/>
          </a:xfrm>
          <a:solidFill>
            <a:schemeClr val="bg2"/>
          </a:solidFill>
        </p:spPr>
        <p:txBody>
          <a:bodyPr/>
          <a:lstStyle>
            <a:lvl1pPr>
              <a:defRPr/>
            </a:lvl1pPr>
          </a:lstStyle>
          <a:p>
            <a:r>
              <a:rPr lang="en-US"/>
              <a:t>Click icon to add picture</a:t>
            </a:r>
            <a:endParaRPr lang="en-US" dirty="0"/>
          </a:p>
        </p:txBody>
      </p:sp>
      <p:sp>
        <p:nvSpPr>
          <p:cNvPr id="13" name="Picture Placeholder 360">
            <a:extLst>
              <a:ext uri="{FF2B5EF4-FFF2-40B4-BE49-F238E27FC236}">
                <a16:creationId xmlns:a16="http://schemas.microsoft.com/office/drawing/2014/main" id="{5B2950D5-5445-9250-7264-D5F1C7CFF621}"/>
              </a:ext>
            </a:extLst>
          </p:cNvPr>
          <p:cNvSpPr>
            <a:spLocks noGrp="1" noChangeAspect="1"/>
          </p:cNvSpPr>
          <p:nvPr>
            <p:ph type="pic" sz="quarter" idx="14"/>
          </p:nvPr>
        </p:nvSpPr>
        <p:spPr>
          <a:xfrm>
            <a:off x="8202168" y="1645920"/>
            <a:ext cx="2926080" cy="2926080"/>
          </a:xfrm>
          <a:solidFill>
            <a:schemeClr val="bg2"/>
          </a:solidFill>
        </p:spPr>
        <p:txBody>
          <a:bodyPr/>
          <a:lstStyle>
            <a:lvl1pPr>
              <a:defRPr/>
            </a:lvl1pPr>
          </a:lstStyle>
          <a:p>
            <a:r>
              <a:rPr lang="en-US"/>
              <a:t>Click icon to add picture</a:t>
            </a:r>
            <a:endParaRPr lang="en-US" dirty="0"/>
          </a:p>
        </p:txBody>
      </p:sp>
      <p:sp>
        <p:nvSpPr>
          <p:cNvPr id="14" name="Text Placeholder 364">
            <a:extLst>
              <a:ext uri="{FF2B5EF4-FFF2-40B4-BE49-F238E27FC236}">
                <a16:creationId xmlns:a16="http://schemas.microsoft.com/office/drawing/2014/main" id="{00EE450A-4A48-CD8F-195B-EFA7253FE339}"/>
              </a:ext>
            </a:extLst>
          </p:cNvPr>
          <p:cNvSpPr>
            <a:spLocks noGrp="1"/>
          </p:cNvSpPr>
          <p:nvPr>
            <p:ph type="body" sz="quarter" idx="18" hasCustomPrompt="1"/>
          </p:nvPr>
        </p:nvSpPr>
        <p:spPr>
          <a:xfrm>
            <a:off x="1335024" y="4727448"/>
            <a:ext cx="2393950" cy="369332"/>
          </a:xfrm>
        </p:spPr>
        <p:txBody>
          <a:bodyPr tIns="91440" bIns="0">
            <a:noAutofit/>
          </a:bodyPr>
          <a:lstStyle>
            <a:lvl1pPr marL="0" indent="0" algn="ctr">
              <a:buNone/>
              <a:defRPr sz="1800" b="1">
                <a:solidFill>
                  <a:schemeClr val="bg1"/>
                </a:solidFill>
                <a:latin typeface="+mj-lt"/>
              </a:defRPr>
            </a:lvl1pPr>
            <a:lvl2pPr marL="457200" indent="0" algn="ctr">
              <a:buNone/>
              <a:defRPr sz="2000" b="1">
                <a:solidFill>
                  <a:schemeClr val="bg1"/>
                </a:solidFill>
              </a:defRPr>
            </a:lvl2pPr>
            <a:lvl3pPr marL="914400" indent="0" algn="ctr">
              <a:buNone/>
              <a:defRPr sz="2000" b="1">
                <a:solidFill>
                  <a:schemeClr val="bg1"/>
                </a:solidFill>
              </a:defRPr>
            </a:lvl3pPr>
            <a:lvl4pPr marL="1371600" indent="0" algn="ctr">
              <a:buNone/>
              <a:defRPr sz="2000" b="1">
                <a:solidFill>
                  <a:schemeClr val="bg1"/>
                </a:solidFill>
              </a:defRPr>
            </a:lvl4pPr>
            <a:lvl5pPr marL="1828800" indent="0" algn="ctr">
              <a:buNone/>
              <a:defRPr sz="2000" b="1">
                <a:solidFill>
                  <a:schemeClr val="bg1"/>
                </a:solidFill>
              </a:defRPr>
            </a:lvl5pPr>
          </a:lstStyle>
          <a:p>
            <a:r>
              <a:rPr lang="en-US" dirty="0"/>
              <a:t>Place content here</a:t>
            </a:r>
          </a:p>
        </p:txBody>
      </p:sp>
      <p:sp>
        <p:nvSpPr>
          <p:cNvPr id="15" name="Text Placeholder 364">
            <a:extLst>
              <a:ext uri="{FF2B5EF4-FFF2-40B4-BE49-F238E27FC236}">
                <a16:creationId xmlns:a16="http://schemas.microsoft.com/office/drawing/2014/main" id="{6D24BE53-367A-F7EE-4A10-86C720DD949F}"/>
              </a:ext>
            </a:extLst>
          </p:cNvPr>
          <p:cNvSpPr>
            <a:spLocks noGrp="1"/>
          </p:cNvSpPr>
          <p:nvPr>
            <p:ph type="body" sz="quarter" idx="19" hasCustomPrompt="1"/>
          </p:nvPr>
        </p:nvSpPr>
        <p:spPr>
          <a:xfrm>
            <a:off x="4906516" y="4727448"/>
            <a:ext cx="2393950" cy="369332"/>
          </a:xfrm>
        </p:spPr>
        <p:txBody>
          <a:bodyPr tIns="91440" bIns="0">
            <a:noAutofit/>
          </a:bodyPr>
          <a:lstStyle>
            <a:lvl1pPr marL="0" indent="0" algn="ctr">
              <a:buNone/>
              <a:defRPr sz="1800" b="1">
                <a:solidFill>
                  <a:schemeClr val="bg1"/>
                </a:solidFill>
                <a:latin typeface="+mj-lt"/>
              </a:defRPr>
            </a:lvl1pPr>
            <a:lvl2pPr marL="457200" indent="0" algn="ctr">
              <a:buNone/>
              <a:defRPr sz="2000" b="1">
                <a:solidFill>
                  <a:schemeClr val="bg1"/>
                </a:solidFill>
              </a:defRPr>
            </a:lvl2pPr>
            <a:lvl3pPr marL="914400" indent="0" algn="ctr">
              <a:buNone/>
              <a:defRPr sz="2000" b="1">
                <a:solidFill>
                  <a:schemeClr val="bg1"/>
                </a:solidFill>
              </a:defRPr>
            </a:lvl3pPr>
            <a:lvl4pPr marL="1371600" indent="0" algn="ctr">
              <a:buNone/>
              <a:defRPr sz="2000" b="1">
                <a:solidFill>
                  <a:schemeClr val="bg1"/>
                </a:solidFill>
              </a:defRPr>
            </a:lvl4pPr>
            <a:lvl5pPr marL="1828800" indent="0" algn="ctr">
              <a:buNone/>
              <a:defRPr sz="2000" b="1">
                <a:solidFill>
                  <a:schemeClr val="bg1"/>
                </a:solidFill>
              </a:defRPr>
            </a:lvl5pPr>
          </a:lstStyle>
          <a:p>
            <a:r>
              <a:rPr lang="en-US" dirty="0"/>
              <a:t>Place content here</a:t>
            </a:r>
          </a:p>
        </p:txBody>
      </p:sp>
      <p:sp>
        <p:nvSpPr>
          <p:cNvPr id="16" name="Text Placeholder 364">
            <a:extLst>
              <a:ext uri="{FF2B5EF4-FFF2-40B4-BE49-F238E27FC236}">
                <a16:creationId xmlns:a16="http://schemas.microsoft.com/office/drawing/2014/main" id="{C5AB6D40-14EE-39E1-1C1E-DD4771CAD98A}"/>
              </a:ext>
            </a:extLst>
          </p:cNvPr>
          <p:cNvSpPr>
            <a:spLocks noGrp="1"/>
          </p:cNvSpPr>
          <p:nvPr>
            <p:ph type="body" sz="quarter" idx="20" hasCustomPrompt="1"/>
          </p:nvPr>
        </p:nvSpPr>
        <p:spPr>
          <a:xfrm>
            <a:off x="8458200" y="4727448"/>
            <a:ext cx="2393950" cy="369332"/>
          </a:xfrm>
        </p:spPr>
        <p:txBody>
          <a:bodyPr tIns="91440" bIns="0">
            <a:noAutofit/>
          </a:bodyPr>
          <a:lstStyle>
            <a:lvl1pPr marL="0" indent="0" algn="ctr">
              <a:buNone/>
              <a:defRPr sz="1800" b="1">
                <a:solidFill>
                  <a:schemeClr val="bg1"/>
                </a:solidFill>
                <a:latin typeface="+mj-lt"/>
              </a:defRPr>
            </a:lvl1pPr>
            <a:lvl2pPr marL="457200" indent="0" algn="ctr">
              <a:buNone/>
              <a:defRPr sz="2000" b="1">
                <a:solidFill>
                  <a:schemeClr val="bg1"/>
                </a:solidFill>
              </a:defRPr>
            </a:lvl2pPr>
            <a:lvl3pPr marL="914400" indent="0" algn="ctr">
              <a:buNone/>
              <a:defRPr sz="2000" b="1">
                <a:solidFill>
                  <a:schemeClr val="bg1"/>
                </a:solidFill>
              </a:defRPr>
            </a:lvl3pPr>
            <a:lvl4pPr marL="1371600" indent="0" algn="ctr">
              <a:buNone/>
              <a:defRPr sz="2000" b="1">
                <a:solidFill>
                  <a:schemeClr val="bg1"/>
                </a:solidFill>
              </a:defRPr>
            </a:lvl4pPr>
            <a:lvl5pPr marL="1828800" indent="0" algn="ctr">
              <a:buNone/>
              <a:defRPr sz="2000" b="1">
                <a:solidFill>
                  <a:schemeClr val="bg1"/>
                </a:solidFill>
              </a:defRPr>
            </a:lvl5pPr>
          </a:lstStyle>
          <a:p>
            <a:r>
              <a:rPr lang="en-US" dirty="0"/>
              <a:t>Place content here</a:t>
            </a:r>
          </a:p>
        </p:txBody>
      </p:sp>
    </p:spTree>
    <p:extLst>
      <p:ext uri="{BB962C8B-B14F-4D97-AF65-F5344CB8AC3E}">
        <p14:creationId xmlns:p14="http://schemas.microsoft.com/office/powerpoint/2010/main" val="6527932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Image Series C">
    <p:spTree>
      <p:nvGrpSpPr>
        <p:cNvPr id="1" name=""/>
        <p:cNvGrpSpPr/>
        <p:nvPr/>
      </p:nvGrpSpPr>
      <p:grpSpPr>
        <a:xfrm>
          <a:off x="0" y="0"/>
          <a:ext cx="0" cy="0"/>
          <a:chOff x="0" y="0"/>
          <a:chExt cx="0" cy="0"/>
        </a:xfrm>
      </p:grpSpPr>
      <p:sp>
        <p:nvSpPr>
          <p:cNvPr id="124" name="Freeform 123">
            <a:extLst>
              <a:ext uri="{FF2B5EF4-FFF2-40B4-BE49-F238E27FC236}">
                <a16:creationId xmlns:a16="http://schemas.microsoft.com/office/drawing/2014/main" id="{14819B2D-3933-9761-A0E0-F8A47EFAE83C}"/>
              </a:ext>
            </a:extLst>
          </p:cNvPr>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1"/>
          </a:solidFill>
          <a:ln w="0" cap="flat">
            <a:noFill/>
            <a:prstDash val="solid"/>
            <a:miter/>
          </a:ln>
        </p:spPr>
        <p:txBody>
          <a:bodyPr rtlCol="0" anchor="ctr"/>
          <a:lstStyle/>
          <a:p>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265D5DB1-B0F4-39A7-9E5F-343BB17944E4}"/>
              </a:ext>
            </a:extLst>
          </p:cNvPr>
          <p:cNvSpPr>
            <a:spLocks noGrp="1"/>
          </p:cNvSpPr>
          <p:nvPr>
            <p:ph type="title" hasCustomPrompt="1"/>
          </p:nvPr>
        </p:nvSpPr>
        <p:spPr>
          <a:xfrm>
            <a:off x="314692" y="365125"/>
            <a:ext cx="11685523" cy="917575"/>
          </a:xfrm>
        </p:spPr>
        <p:txBody>
          <a:bodyPr>
            <a:noAutofit/>
          </a:bodyPr>
          <a:lstStyle>
            <a:lvl1pPr>
              <a:defRPr b="1">
                <a:solidFill>
                  <a:schemeClr val="bg1"/>
                </a:solidFill>
              </a:defRPr>
            </a:lvl1pPr>
          </a:lstStyle>
          <a:p>
            <a:r>
              <a:rPr lang="en-US" dirty="0"/>
              <a:t>One-sentence headline stating the main takeaway message</a:t>
            </a:r>
          </a:p>
        </p:txBody>
      </p:sp>
      <p:sp>
        <p:nvSpPr>
          <p:cNvPr id="4" name="Rectangle 6">
            <a:extLst>
              <a:ext uri="{FF2B5EF4-FFF2-40B4-BE49-F238E27FC236}">
                <a16:creationId xmlns:a16="http://schemas.microsoft.com/office/drawing/2014/main" id="{DAF7721B-92F3-10FF-5A89-459D1C6BA969}"/>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Aptos Light" panose="020B0004020202020204" pitchFamily="34" charset="0"/>
                <a:ea typeface="Aptos"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dirty="0">
              <a:solidFill>
                <a:schemeClr val="bg1"/>
              </a:solidFill>
              <a:latin typeface="Aptos Light" panose="020B0004020202020204" pitchFamily="34" charset="0"/>
              <a:ea typeface="Aptos" panose="02000000000000000000" pitchFamily="2" charset="0"/>
              <a:cs typeface="Times New Roman" panose="02020603050405020304" pitchFamily="18" charset="0"/>
            </a:endParaRPr>
          </a:p>
        </p:txBody>
      </p:sp>
      <p:pic>
        <p:nvPicPr>
          <p:cNvPr id="3" name="Graphic 2">
            <a:extLst>
              <a:ext uri="{FF2B5EF4-FFF2-40B4-BE49-F238E27FC236}">
                <a16:creationId xmlns:a16="http://schemas.microsoft.com/office/drawing/2014/main" id="{0FD5FAFE-F099-74C8-600F-3FEE5ACA26C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4693" y="6431818"/>
            <a:ext cx="1188988" cy="285824"/>
          </a:xfrm>
          <a:prstGeom prst="rect">
            <a:avLst/>
          </a:prstGeom>
        </p:spPr>
      </p:pic>
      <p:sp>
        <p:nvSpPr>
          <p:cNvPr id="5" name="Picture Placeholder 360">
            <a:extLst>
              <a:ext uri="{FF2B5EF4-FFF2-40B4-BE49-F238E27FC236}">
                <a16:creationId xmlns:a16="http://schemas.microsoft.com/office/drawing/2014/main" id="{62FE7C8B-D853-CA32-F02A-E0E431FE24C2}"/>
              </a:ext>
            </a:extLst>
          </p:cNvPr>
          <p:cNvSpPr>
            <a:spLocks noGrp="1" noChangeAspect="1"/>
          </p:cNvSpPr>
          <p:nvPr>
            <p:ph type="pic" sz="quarter" idx="12"/>
          </p:nvPr>
        </p:nvSpPr>
        <p:spPr>
          <a:xfrm>
            <a:off x="1069848" y="1645920"/>
            <a:ext cx="2923908" cy="2926080"/>
          </a:xfrm>
          <a:solidFill>
            <a:schemeClr val="bg2"/>
          </a:solidFill>
        </p:spPr>
        <p:txBody>
          <a:bodyPr/>
          <a:lstStyle>
            <a:lvl1pPr>
              <a:defRPr/>
            </a:lvl1pPr>
          </a:lstStyle>
          <a:p>
            <a:r>
              <a:rPr lang="en-US"/>
              <a:t>Click icon to add picture</a:t>
            </a:r>
            <a:endParaRPr lang="en-US" dirty="0"/>
          </a:p>
        </p:txBody>
      </p:sp>
      <p:sp>
        <p:nvSpPr>
          <p:cNvPr id="12" name="Picture Placeholder 360">
            <a:extLst>
              <a:ext uri="{FF2B5EF4-FFF2-40B4-BE49-F238E27FC236}">
                <a16:creationId xmlns:a16="http://schemas.microsoft.com/office/drawing/2014/main" id="{25985483-66E5-0277-9E8E-8234D001A489}"/>
              </a:ext>
            </a:extLst>
          </p:cNvPr>
          <p:cNvSpPr>
            <a:spLocks noGrp="1" noChangeAspect="1"/>
          </p:cNvSpPr>
          <p:nvPr>
            <p:ph type="pic" sz="quarter" idx="13"/>
          </p:nvPr>
        </p:nvSpPr>
        <p:spPr>
          <a:xfrm>
            <a:off x="4636008" y="1645920"/>
            <a:ext cx="2926080" cy="2926080"/>
          </a:xfrm>
          <a:solidFill>
            <a:schemeClr val="bg2"/>
          </a:solidFill>
        </p:spPr>
        <p:txBody>
          <a:bodyPr/>
          <a:lstStyle>
            <a:lvl1pPr>
              <a:defRPr/>
            </a:lvl1pPr>
          </a:lstStyle>
          <a:p>
            <a:r>
              <a:rPr lang="en-US"/>
              <a:t>Click icon to add picture</a:t>
            </a:r>
            <a:endParaRPr lang="en-US" dirty="0"/>
          </a:p>
        </p:txBody>
      </p:sp>
      <p:sp>
        <p:nvSpPr>
          <p:cNvPr id="13" name="Picture Placeholder 360">
            <a:extLst>
              <a:ext uri="{FF2B5EF4-FFF2-40B4-BE49-F238E27FC236}">
                <a16:creationId xmlns:a16="http://schemas.microsoft.com/office/drawing/2014/main" id="{E1C6DB72-7F04-7416-51DB-F05F0035A595}"/>
              </a:ext>
            </a:extLst>
          </p:cNvPr>
          <p:cNvSpPr>
            <a:spLocks noGrp="1" noChangeAspect="1"/>
          </p:cNvSpPr>
          <p:nvPr>
            <p:ph type="pic" sz="quarter" idx="14"/>
          </p:nvPr>
        </p:nvSpPr>
        <p:spPr>
          <a:xfrm>
            <a:off x="8202168" y="1645920"/>
            <a:ext cx="2926080" cy="2926080"/>
          </a:xfrm>
          <a:solidFill>
            <a:schemeClr val="bg2"/>
          </a:solidFill>
        </p:spPr>
        <p:txBody>
          <a:bodyPr/>
          <a:lstStyle>
            <a:lvl1pPr>
              <a:defRPr/>
            </a:lvl1pPr>
          </a:lstStyle>
          <a:p>
            <a:r>
              <a:rPr lang="en-US"/>
              <a:t>Click icon to add picture</a:t>
            </a:r>
            <a:endParaRPr lang="en-US" dirty="0"/>
          </a:p>
        </p:txBody>
      </p:sp>
      <p:sp>
        <p:nvSpPr>
          <p:cNvPr id="14" name="Text Placeholder 364">
            <a:extLst>
              <a:ext uri="{FF2B5EF4-FFF2-40B4-BE49-F238E27FC236}">
                <a16:creationId xmlns:a16="http://schemas.microsoft.com/office/drawing/2014/main" id="{D0DEB0A1-96DC-E93B-DFED-C24D86572DCE}"/>
              </a:ext>
            </a:extLst>
          </p:cNvPr>
          <p:cNvSpPr>
            <a:spLocks noGrp="1"/>
          </p:cNvSpPr>
          <p:nvPr>
            <p:ph type="body" sz="quarter" idx="18" hasCustomPrompt="1"/>
          </p:nvPr>
        </p:nvSpPr>
        <p:spPr>
          <a:xfrm>
            <a:off x="1335024" y="4727448"/>
            <a:ext cx="2393950" cy="369332"/>
          </a:xfrm>
        </p:spPr>
        <p:txBody>
          <a:bodyPr tIns="91440" bIns="0">
            <a:noAutofit/>
          </a:bodyPr>
          <a:lstStyle>
            <a:lvl1pPr marL="0" indent="0" algn="ctr">
              <a:buNone/>
              <a:defRPr sz="1800" b="1">
                <a:solidFill>
                  <a:schemeClr val="bg1"/>
                </a:solidFill>
                <a:latin typeface="+mj-lt"/>
              </a:defRPr>
            </a:lvl1pPr>
            <a:lvl2pPr marL="457200" indent="0" algn="ctr">
              <a:buNone/>
              <a:defRPr sz="2000" b="1">
                <a:solidFill>
                  <a:schemeClr val="bg1"/>
                </a:solidFill>
              </a:defRPr>
            </a:lvl2pPr>
            <a:lvl3pPr marL="914400" indent="0" algn="ctr">
              <a:buNone/>
              <a:defRPr sz="2000" b="1">
                <a:solidFill>
                  <a:schemeClr val="bg1"/>
                </a:solidFill>
              </a:defRPr>
            </a:lvl3pPr>
            <a:lvl4pPr marL="1371600" indent="0" algn="ctr">
              <a:buNone/>
              <a:defRPr sz="2000" b="1">
                <a:solidFill>
                  <a:schemeClr val="bg1"/>
                </a:solidFill>
              </a:defRPr>
            </a:lvl4pPr>
            <a:lvl5pPr marL="1828800" indent="0" algn="ctr">
              <a:buNone/>
              <a:defRPr sz="2000" b="1">
                <a:solidFill>
                  <a:schemeClr val="bg1"/>
                </a:solidFill>
              </a:defRPr>
            </a:lvl5pPr>
          </a:lstStyle>
          <a:p>
            <a:r>
              <a:rPr lang="en-US" dirty="0"/>
              <a:t>Place content here</a:t>
            </a:r>
          </a:p>
        </p:txBody>
      </p:sp>
      <p:sp>
        <p:nvSpPr>
          <p:cNvPr id="15" name="Text Placeholder 364">
            <a:extLst>
              <a:ext uri="{FF2B5EF4-FFF2-40B4-BE49-F238E27FC236}">
                <a16:creationId xmlns:a16="http://schemas.microsoft.com/office/drawing/2014/main" id="{1A9B287A-BCA2-477B-B96F-5895AA3949FD}"/>
              </a:ext>
            </a:extLst>
          </p:cNvPr>
          <p:cNvSpPr>
            <a:spLocks noGrp="1"/>
          </p:cNvSpPr>
          <p:nvPr>
            <p:ph type="body" sz="quarter" idx="19" hasCustomPrompt="1"/>
          </p:nvPr>
        </p:nvSpPr>
        <p:spPr>
          <a:xfrm>
            <a:off x="4906516" y="4727448"/>
            <a:ext cx="2393950" cy="369332"/>
          </a:xfrm>
        </p:spPr>
        <p:txBody>
          <a:bodyPr tIns="91440" bIns="0">
            <a:noAutofit/>
          </a:bodyPr>
          <a:lstStyle>
            <a:lvl1pPr marL="0" indent="0" algn="ctr">
              <a:buNone/>
              <a:defRPr sz="1800" b="1">
                <a:solidFill>
                  <a:schemeClr val="bg1"/>
                </a:solidFill>
                <a:latin typeface="+mj-lt"/>
              </a:defRPr>
            </a:lvl1pPr>
            <a:lvl2pPr marL="457200" indent="0" algn="ctr">
              <a:buNone/>
              <a:defRPr sz="2000" b="1">
                <a:solidFill>
                  <a:schemeClr val="bg1"/>
                </a:solidFill>
              </a:defRPr>
            </a:lvl2pPr>
            <a:lvl3pPr marL="914400" indent="0" algn="ctr">
              <a:buNone/>
              <a:defRPr sz="2000" b="1">
                <a:solidFill>
                  <a:schemeClr val="bg1"/>
                </a:solidFill>
              </a:defRPr>
            </a:lvl3pPr>
            <a:lvl4pPr marL="1371600" indent="0" algn="ctr">
              <a:buNone/>
              <a:defRPr sz="2000" b="1">
                <a:solidFill>
                  <a:schemeClr val="bg1"/>
                </a:solidFill>
              </a:defRPr>
            </a:lvl4pPr>
            <a:lvl5pPr marL="1828800" indent="0" algn="ctr">
              <a:buNone/>
              <a:defRPr sz="2000" b="1">
                <a:solidFill>
                  <a:schemeClr val="bg1"/>
                </a:solidFill>
              </a:defRPr>
            </a:lvl5pPr>
          </a:lstStyle>
          <a:p>
            <a:r>
              <a:rPr lang="en-US" dirty="0"/>
              <a:t>Place content here</a:t>
            </a:r>
          </a:p>
        </p:txBody>
      </p:sp>
      <p:sp>
        <p:nvSpPr>
          <p:cNvPr id="16" name="Text Placeholder 364">
            <a:extLst>
              <a:ext uri="{FF2B5EF4-FFF2-40B4-BE49-F238E27FC236}">
                <a16:creationId xmlns:a16="http://schemas.microsoft.com/office/drawing/2014/main" id="{058C8352-E125-59CC-3CDA-4422103AE837}"/>
              </a:ext>
            </a:extLst>
          </p:cNvPr>
          <p:cNvSpPr>
            <a:spLocks noGrp="1"/>
          </p:cNvSpPr>
          <p:nvPr>
            <p:ph type="body" sz="quarter" idx="20" hasCustomPrompt="1"/>
          </p:nvPr>
        </p:nvSpPr>
        <p:spPr>
          <a:xfrm>
            <a:off x="8458200" y="4727448"/>
            <a:ext cx="2393950" cy="369332"/>
          </a:xfrm>
        </p:spPr>
        <p:txBody>
          <a:bodyPr tIns="91440" bIns="0">
            <a:noAutofit/>
          </a:bodyPr>
          <a:lstStyle>
            <a:lvl1pPr marL="0" indent="0" algn="ctr">
              <a:buNone/>
              <a:defRPr sz="1800" b="1">
                <a:solidFill>
                  <a:schemeClr val="bg1"/>
                </a:solidFill>
                <a:latin typeface="+mj-lt"/>
              </a:defRPr>
            </a:lvl1pPr>
            <a:lvl2pPr marL="457200" indent="0" algn="ctr">
              <a:buNone/>
              <a:defRPr sz="2000" b="1">
                <a:solidFill>
                  <a:schemeClr val="bg1"/>
                </a:solidFill>
              </a:defRPr>
            </a:lvl2pPr>
            <a:lvl3pPr marL="914400" indent="0" algn="ctr">
              <a:buNone/>
              <a:defRPr sz="2000" b="1">
                <a:solidFill>
                  <a:schemeClr val="bg1"/>
                </a:solidFill>
              </a:defRPr>
            </a:lvl3pPr>
            <a:lvl4pPr marL="1371600" indent="0" algn="ctr">
              <a:buNone/>
              <a:defRPr sz="2000" b="1">
                <a:solidFill>
                  <a:schemeClr val="bg1"/>
                </a:solidFill>
              </a:defRPr>
            </a:lvl4pPr>
            <a:lvl5pPr marL="1828800" indent="0" algn="ctr">
              <a:buNone/>
              <a:defRPr sz="2000" b="1">
                <a:solidFill>
                  <a:schemeClr val="bg1"/>
                </a:solidFill>
              </a:defRPr>
            </a:lvl5pPr>
          </a:lstStyle>
          <a:p>
            <a:r>
              <a:rPr lang="en-US" dirty="0"/>
              <a:t>Place content here</a:t>
            </a:r>
          </a:p>
        </p:txBody>
      </p:sp>
    </p:spTree>
    <p:extLst>
      <p:ext uri="{BB962C8B-B14F-4D97-AF65-F5344CB8AC3E}">
        <p14:creationId xmlns:p14="http://schemas.microsoft.com/office/powerpoint/2010/main" val="2966537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Image Series Stacked">
    <p:spTree>
      <p:nvGrpSpPr>
        <p:cNvPr id="1" name=""/>
        <p:cNvGrpSpPr/>
        <p:nvPr/>
      </p:nvGrpSpPr>
      <p:grpSpPr>
        <a:xfrm>
          <a:off x="0" y="0"/>
          <a:ext cx="0" cy="0"/>
          <a:chOff x="0" y="0"/>
          <a:chExt cx="0" cy="0"/>
        </a:xfrm>
      </p:grpSpPr>
      <p:sp>
        <p:nvSpPr>
          <p:cNvPr id="124" name="Freeform 123">
            <a:extLst>
              <a:ext uri="{FF2B5EF4-FFF2-40B4-BE49-F238E27FC236}">
                <a16:creationId xmlns:a16="http://schemas.microsoft.com/office/drawing/2014/main" id="{14819B2D-3933-9761-A0E0-F8A47EFAE83C}"/>
              </a:ext>
            </a:extLst>
          </p:cNvPr>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1"/>
          </a:solidFill>
          <a:ln w="0" cap="flat">
            <a:noFill/>
            <a:prstDash val="solid"/>
            <a:miter/>
          </a:ln>
        </p:spPr>
        <p:txBody>
          <a:bodyPr rtlCol="0" anchor="ctr"/>
          <a:lstStyle/>
          <a:p>
            <a:endParaRPr lang="en-US" dirty="0">
              <a:latin typeface="Aptos Light" panose="020B0004020202020204" pitchFamily="34" charset="0"/>
            </a:endParaRPr>
          </a:p>
        </p:txBody>
      </p:sp>
      <p:sp>
        <p:nvSpPr>
          <p:cNvPr id="4" name="Rectangle 6">
            <a:extLst>
              <a:ext uri="{FF2B5EF4-FFF2-40B4-BE49-F238E27FC236}">
                <a16:creationId xmlns:a16="http://schemas.microsoft.com/office/drawing/2014/main" id="{DAF7721B-92F3-10FF-5A89-459D1C6BA969}"/>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Aptos Light" panose="020B0004020202020204" pitchFamily="34" charset="0"/>
                <a:ea typeface="Aptos"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dirty="0">
              <a:solidFill>
                <a:schemeClr val="bg1"/>
              </a:solidFill>
              <a:latin typeface="Aptos Light" panose="020B0004020202020204" pitchFamily="34" charset="0"/>
              <a:ea typeface="Aptos" panose="02000000000000000000" pitchFamily="2" charset="0"/>
              <a:cs typeface="Times New Roman" panose="02020603050405020304" pitchFamily="18" charset="0"/>
            </a:endParaRPr>
          </a:p>
        </p:txBody>
      </p:sp>
      <p:pic>
        <p:nvPicPr>
          <p:cNvPr id="3" name="Graphic 2">
            <a:extLst>
              <a:ext uri="{FF2B5EF4-FFF2-40B4-BE49-F238E27FC236}">
                <a16:creationId xmlns:a16="http://schemas.microsoft.com/office/drawing/2014/main" id="{0FD5FAFE-F099-74C8-600F-3FEE5ACA26C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14693" y="6431818"/>
            <a:ext cx="1188988" cy="285824"/>
          </a:xfrm>
          <a:prstGeom prst="rect">
            <a:avLst/>
          </a:prstGeom>
        </p:spPr>
      </p:pic>
      <p:sp>
        <p:nvSpPr>
          <p:cNvPr id="9" name="Title 1">
            <a:extLst>
              <a:ext uri="{FF2B5EF4-FFF2-40B4-BE49-F238E27FC236}">
                <a16:creationId xmlns:a16="http://schemas.microsoft.com/office/drawing/2014/main" id="{F127BAF7-7A03-B6B3-4688-2EC146E8747D}"/>
              </a:ext>
            </a:extLst>
          </p:cNvPr>
          <p:cNvSpPr>
            <a:spLocks noGrp="1"/>
          </p:cNvSpPr>
          <p:nvPr>
            <p:ph type="title" hasCustomPrompt="1"/>
          </p:nvPr>
        </p:nvSpPr>
        <p:spPr>
          <a:xfrm>
            <a:off x="314692" y="365125"/>
            <a:ext cx="11492432" cy="886397"/>
          </a:xfrm>
        </p:spPr>
        <p:txBody>
          <a:bodyPr>
            <a:noAutofit/>
          </a:bodyPr>
          <a:lstStyle>
            <a:lvl1pPr>
              <a:defRPr>
                <a:solidFill>
                  <a:schemeClr val="bg1"/>
                </a:solidFill>
                <a:latin typeface="+mj-lt"/>
              </a:defRPr>
            </a:lvl1pPr>
          </a:lstStyle>
          <a:p>
            <a:r>
              <a:rPr lang="en-US" dirty="0"/>
              <a:t>One-sentence headline stating the main takeaway message</a:t>
            </a:r>
          </a:p>
        </p:txBody>
      </p:sp>
      <p:sp>
        <p:nvSpPr>
          <p:cNvPr id="17" name="Picture Placeholder 122">
            <a:extLst>
              <a:ext uri="{FF2B5EF4-FFF2-40B4-BE49-F238E27FC236}">
                <a16:creationId xmlns:a16="http://schemas.microsoft.com/office/drawing/2014/main" id="{87D78755-2DCD-D8CC-0E1B-26B8798C9E36}"/>
              </a:ext>
            </a:extLst>
          </p:cNvPr>
          <p:cNvSpPr>
            <a:spLocks noGrp="1"/>
          </p:cNvSpPr>
          <p:nvPr>
            <p:ph type="pic" sz="quarter" idx="15"/>
          </p:nvPr>
        </p:nvSpPr>
        <p:spPr>
          <a:xfrm>
            <a:off x="3707498" y="1371574"/>
            <a:ext cx="3075236" cy="1490472"/>
          </a:xfrm>
          <a:solidFill>
            <a:schemeClr val="bg2"/>
          </a:solidFill>
        </p:spPr>
        <p:txBody>
          <a:bodyPr/>
          <a:lstStyle>
            <a:lvl1pPr>
              <a:defRPr/>
            </a:lvl1pPr>
          </a:lstStyle>
          <a:p>
            <a:r>
              <a:rPr lang="en-US"/>
              <a:t>Click icon to add picture</a:t>
            </a:r>
            <a:endParaRPr lang="en-US" dirty="0"/>
          </a:p>
        </p:txBody>
      </p:sp>
      <p:sp>
        <p:nvSpPr>
          <p:cNvPr id="32" name="Picture Placeholder 122">
            <a:extLst>
              <a:ext uri="{FF2B5EF4-FFF2-40B4-BE49-F238E27FC236}">
                <a16:creationId xmlns:a16="http://schemas.microsoft.com/office/drawing/2014/main" id="{A646BC9C-4F8B-B5BA-4137-4E5CE8FA2E83}"/>
              </a:ext>
            </a:extLst>
          </p:cNvPr>
          <p:cNvSpPr>
            <a:spLocks noGrp="1"/>
          </p:cNvSpPr>
          <p:nvPr>
            <p:ph type="pic" sz="quarter" idx="23"/>
          </p:nvPr>
        </p:nvSpPr>
        <p:spPr>
          <a:xfrm>
            <a:off x="5451474" y="3039052"/>
            <a:ext cx="3075236" cy="1490472"/>
          </a:xfrm>
          <a:solidFill>
            <a:schemeClr val="bg2"/>
          </a:solidFill>
        </p:spPr>
        <p:txBody>
          <a:bodyPr/>
          <a:lstStyle>
            <a:lvl1pPr>
              <a:defRPr/>
            </a:lvl1pPr>
          </a:lstStyle>
          <a:p>
            <a:r>
              <a:rPr lang="en-US"/>
              <a:t>Click icon to add picture</a:t>
            </a:r>
            <a:endParaRPr lang="en-US" dirty="0"/>
          </a:p>
        </p:txBody>
      </p:sp>
      <p:sp>
        <p:nvSpPr>
          <p:cNvPr id="33" name="Picture Placeholder 122">
            <a:extLst>
              <a:ext uri="{FF2B5EF4-FFF2-40B4-BE49-F238E27FC236}">
                <a16:creationId xmlns:a16="http://schemas.microsoft.com/office/drawing/2014/main" id="{30C68DC1-70B2-C7B0-A2FE-80122E4F85AF}"/>
              </a:ext>
            </a:extLst>
          </p:cNvPr>
          <p:cNvSpPr>
            <a:spLocks noGrp="1"/>
          </p:cNvSpPr>
          <p:nvPr>
            <p:ph type="pic" sz="quarter" idx="24"/>
          </p:nvPr>
        </p:nvSpPr>
        <p:spPr>
          <a:xfrm>
            <a:off x="7196136" y="4707798"/>
            <a:ext cx="3075236" cy="1490472"/>
          </a:xfrm>
          <a:solidFill>
            <a:schemeClr val="bg2"/>
          </a:solidFill>
        </p:spPr>
        <p:txBody>
          <a:bodyPr/>
          <a:lstStyle>
            <a:lvl1pPr>
              <a:defRPr/>
            </a:lvl1pPr>
          </a:lstStyle>
          <a:p>
            <a:r>
              <a:rPr lang="en-US"/>
              <a:t>Click icon to add picture</a:t>
            </a:r>
            <a:endParaRPr lang="en-US" dirty="0"/>
          </a:p>
        </p:txBody>
      </p:sp>
      <p:sp>
        <p:nvSpPr>
          <p:cNvPr id="2" name="Text Placeholder 21">
            <a:extLst>
              <a:ext uri="{FF2B5EF4-FFF2-40B4-BE49-F238E27FC236}">
                <a16:creationId xmlns:a16="http://schemas.microsoft.com/office/drawing/2014/main" id="{46ACBB2B-C7F0-E810-9B2C-BD70D1820D4F}"/>
              </a:ext>
            </a:extLst>
          </p:cNvPr>
          <p:cNvSpPr>
            <a:spLocks noGrp="1"/>
          </p:cNvSpPr>
          <p:nvPr>
            <p:ph type="body" sz="quarter" idx="20" hasCustomPrompt="1"/>
          </p:nvPr>
        </p:nvSpPr>
        <p:spPr>
          <a:xfrm>
            <a:off x="1962830" y="1376146"/>
            <a:ext cx="1744662" cy="1485900"/>
          </a:xfrm>
          <a:solidFill>
            <a:schemeClr val="accent5"/>
          </a:solidFill>
        </p:spPr>
        <p:txBody>
          <a:bodyPr lIns="91440" tIns="182880" rIns="91440" bIns="182880">
            <a:noAutofit/>
          </a:bodyPr>
          <a:lstStyle>
            <a:lvl1pPr marL="0" indent="0" algn="l">
              <a:buNone/>
              <a:defRPr sz="1800" b="1">
                <a:solidFill>
                  <a:schemeClr val="tx1"/>
                </a:solidFill>
                <a:latin typeface="+mj-lt"/>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r>
              <a:rPr lang="en-US" dirty="0"/>
              <a:t>Place content here</a:t>
            </a:r>
          </a:p>
        </p:txBody>
      </p:sp>
      <p:sp>
        <p:nvSpPr>
          <p:cNvPr id="6" name="Text Placeholder 21">
            <a:extLst>
              <a:ext uri="{FF2B5EF4-FFF2-40B4-BE49-F238E27FC236}">
                <a16:creationId xmlns:a16="http://schemas.microsoft.com/office/drawing/2014/main" id="{A5AB8117-0D0B-F4A2-5D9D-8D07A6153612}"/>
              </a:ext>
            </a:extLst>
          </p:cNvPr>
          <p:cNvSpPr>
            <a:spLocks noGrp="1"/>
          </p:cNvSpPr>
          <p:nvPr>
            <p:ph type="body" sz="quarter" idx="21" hasCustomPrompt="1"/>
          </p:nvPr>
        </p:nvSpPr>
        <p:spPr>
          <a:xfrm>
            <a:off x="3707492" y="3043624"/>
            <a:ext cx="1744662" cy="1485900"/>
          </a:xfrm>
          <a:solidFill>
            <a:schemeClr val="accent4"/>
          </a:solidFill>
        </p:spPr>
        <p:txBody>
          <a:bodyPr lIns="91440" tIns="182880" rIns="91440" bIns="182880">
            <a:noAutofit/>
          </a:bodyPr>
          <a:lstStyle>
            <a:lvl1pPr marL="0" indent="0" algn="l">
              <a:buNone/>
              <a:defRPr sz="1800" b="1">
                <a:solidFill>
                  <a:schemeClr val="tx1"/>
                </a:solidFill>
                <a:latin typeface="+mj-lt"/>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r>
              <a:rPr lang="en-US" dirty="0"/>
              <a:t>Place content here</a:t>
            </a:r>
          </a:p>
        </p:txBody>
      </p:sp>
      <p:sp>
        <p:nvSpPr>
          <p:cNvPr id="8" name="Text Placeholder 21">
            <a:extLst>
              <a:ext uri="{FF2B5EF4-FFF2-40B4-BE49-F238E27FC236}">
                <a16:creationId xmlns:a16="http://schemas.microsoft.com/office/drawing/2014/main" id="{269DCCB0-CA4C-C341-313C-4C6AB851C3F8}"/>
              </a:ext>
            </a:extLst>
          </p:cNvPr>
          <p:cNvSpPr>
            <a:spLocks noGrp="1"/>
          </p:cNvSpPr>
          <p:nvPr>
            <p:ph type="body" sz="quarter" idx="22" hasCustomPrompt="1"/>
          </p:nvPr>
        </p:nvSpPr>
        <p:spPr>
          <a:xfrm>
            <a:off x="5451474" y="4712370"/>
            <a:ext cx="1744662" cy="1485900"/>
          </a:xfrm>
          <a:solidFill>
            <a:schemeClr val="accent3"/>
          </a:solidFill>
        </p:spPr>
        <p:txBody>
          <a:bodyPr lIns="91440" tIns="182880" rIns="91440" bIns="182880">
            <a:noAutofit/>
          </a:bodyPr>
          <a:lstStyle>
            <a:lvl1pPr marL="0" indent="0" algn="l">
              <a:buNone/>
              <a:defRPr sz="1800" b="1">
                <a:solidFill>
                  <a:schemeClr val="tx1"/>
                </a:solidFill>
                <a:latin typeface="+mj-lt"/>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r>
              <a:rPr lang="en-US" dirty="0"/>
              <a:t>Place content here</a:t>
            </a:r>
          </a:p>
        </p:txBody>
      </p:sp>
    </p:spTree>
    <p:extLst>
      <p:ext uri="{BB962C8B-B14F-4D97-AF65-F5344CB8AC3E}">
        <p14:creationId xmlns:p14="http://schemas.microsoft.com/office/powerpoint/2010/main" val="17830676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Image Series Color Box">
    <p:spTree>
      <p:nvGrpSpPr>
        <p:cNvPr id="1" name=""/>
        <p:cNvGrpSpPr/>
        <p:nvPr/>
      </p:nvGrpSpPr>
      <p:grpSpPr>
        <a:xfrm>
          <a:off x="0" y="0"/>
          <a:ext cx="0" cy="0"/>
          <a:chOff x="0" y="0"/>
          <a:chExt cx="0" cy="0"/>
        </a:xfrm>
      </p:grpSpPr>
      <p:sp>
        <p:nvSpPr>
          <p:cNvPr id="12" name="Picture Placeholder 360">
            <a:extLst>
              <a:ext uri="{FF2B5EF4-FFF2-40B4-BE49-F238E27FC236}">
                <a16:creationId xmlns:a16="http://schemas.microsoft.com/office/drawing/2014/main" id="{406AFED2-ED49-1112-B21D-D2ECF913338D}"/>
              </a:ext>
            </a:extLst>
          </p:cNvPr>
          <p:cNvSpPr>
            <a:spLocks noGrp="1"/>
          </p:cNvSpPr>
          <p:nvPr>
            <p:ph type="pic" sz="quarter" idx="12"/>
          </p:nvPr>
        </p:nvSpPr>
        <p:spPr>
          <a:xfrm>
            <a:off x="3580965" y="1758896"/>
            <a:ext cx="2194560" cy="1874520"/>
          </a:xfrm>
          <a:solidFill>
            <a:schemeClr val="bg2"/>
          </a:solidFill>
        </p:spPr>
        <p:txBody>
          <a:bodyPr/>
          <a:lstStyle>
            <a:lvl1pPr>
              <a:defRPr/>
            </a:lvl1pPr>
          </a:lstStyle>
          <a:p>
            <a:r>
              <a:rPr lang="en-US"/>
              <a:t>Click icon to add picture</a:t>
            </a:r>
            <a:endParaRPr lang="en-US" dirty="0"/>
          </a:p>
        </p:txBody>
      </p:sp>
      <p:sp>
        <p:nvSpPr>
          <p:cNvPr id="13" name="Picture Placeholder 360">
            <a:extLst>
              <a:ext uri="{FF2B5EF4-FFF2-40B4-BE49-F238E27FC236}">
                <a16:creationId xmlns:a16="http://schemas.microsoft.com/office/drawing/2014/main" id="{939E5704-91D7-1C33-1BB9-D89551BB48DB}"/>
              </a:ext>
            </a:extLst>
          </p:cNvPr>
          <p:cNvSpPr>
            <a:spLocks noGrp="1"/>
          </p:cNvSpPr>
          <p:nvPr>
            <p:ph type="pic" sz="quarter" idx="13"/>
          </p:nvPr>
        </p:nvSpPr>
        <p:spPr>
          <a:xfrm>
            <a:off x="3580965" y="3911299"/>
            <a:ext cx="2194560" cy="1874520"/>
          </a:xfrm>
          <a:solidFill>
            <a:schemeClr val="bg2"/>
          </a:solidFill>
        </p:spPr>
        <p:txBody>
          <a:bodyPr/>
          <a:lstStyle>
            <a:lvl1pPr>
              <a:defRPr/>
            </a:lvl1pPr>
          </a:lstStyle>
          <a:p>
            <a:r>
              <a:rPr lang="en-US"/>
              <a:t>Click icon to add picture</a:t>
            </a:r>
            <a:endParaRPr lang="en-US" dirty="0"/>
          </a:p>
        </p:txBody>
      </p:sp>
      <p:sp>
        <p:nvSpPr>
          <p:cNvPr id="14" name="Picture Placeholder 360">
            <a:extLst>
              <a:ext uri="{FF2B5EF4-FFF2-40B4-BE49-F238E27FC236}">
                <a16:creationId xmlns:a16="http://schemas.microsoft.com/office/drawing/2014/main" id="{18357D60-C329-E014-7EC4-02AD7930A529}"/>
              </a:ext>
            </a:extLst>
          </p:cNvPr>
          <p:cNvSpPr>
            <a:spLocks noGrp="1"/>
          </p:cNvSpPr>
          <p:nvPr>
            <p:ph type="pic" sz="quarter" idx="14"/>
          </p:nvPr>
        </p:nvSpPr>
        <p:spPr>
          <a:xfrm>
            <a:off x="8521865" y="1758896"/>
            <a:ext cx="2194560" cy="1874520"/>
          </a:xfrm>
          <a:solidFill>
            <a:schemeClr val="bg2"/>
          </a:solidFill>
        </p:spPr>
        <p:txBody>
          <a:bodyPr/>
          <a:lstStyle>
            <a:lvl1pPr>
              <a:defRPr/>
            </a:lvl1pPr>
          </a:lstStyle>
          <a:p>
            <a:r>
              <a:rPr lang="en-US"/>
              <a:t>Click icon to add picture</a:t>
            </a:r>
            <a:endParaRPr lang="en-US" dirty="0"/>
          </a:p>
        </p:txBody>
      </p:sp>
      <p:sp>
        <p:nvSpPr>
          <p:cNvPr id="15" name="Picture Placeholder 360">
            <a:extLst>
              <a:ext uri="{FF2B5EF4-FFF2-40B4-BE49-F238E27FC236}">
                <a16:creationId xmlns:a16="http://schemas.microsoft.com/office/drawing/2014/main" id="{1823B7A0-FA70-81A4-C409-2C310328D23B}"/>
              </a:ext>
            </a:extLst>
          </p:cNvPr>
          <p:cNvSpPr>
            <a:spLocks noGrp="1"/>
          </p:cNvSpPr>
          <p:nvPr>
            <p:ph type="pic" sz="quarter" idx="15"/>
          </p:nvPr>
        </p:nvSpPr>
        <p:spPr>
          <a:xfrm>
            <a:off x="8521865" y="3911299"/>
            <a:ext cx="2194560" cy="1874520"/>
          </a:xfrm>
          <a:solidFill>
            <a:schemeClr val="bg2"/>
          </a:solidFill>
        </p:spPr>
        <p:txBody>
          <a:bodyPr/>
          <a:lstStyle>
            <a:lvl1pPr>
              <a:defRPr/>
            </a:lvl1pPr>
          </a:lstStyle>
          <a:p>
            <a:r>
              <a:rPr lang="en-US"/>
              <a:t>Click icon to add picture</a:t>
            </a:r>
            <a:endParaRPr lang="en-US" dirty="0"/>
          </a:p>
        </p:txBody>
      </p:sp>
      <p:sp>
        <p:nvSpPr>
          <p:cNvPr id="2" name="Title 1">
            <a:extLst>
              <a:ext uri="{FF2B5EF4-FFF2-40B4-BE49-F238E27FC236}">
                <a16:creationId xmlns:a16="http://schemas.microsoft.com/office/drawing/2014/main" id="{174EEC8D-F30D-2272-2A4E-CD93B0D75CC0}"/>
              </a:ext>
            </a:extLst>
          </p:cNvPr>
          <p:cNvSpPr>
            <a:spLocks noGrp="1"/>
          </p:cNvSpPr>
          <p:nvPr>
            <p:ph type="title" hasCustomPrompt="1"/>
          </p:nvPr>
        </p:nvSpPr>
        <p:spPr>
          <a:xfrm>
            <a:off x="314692" y="365125"/>
            <a:ext cx="11492432" cy="886397"/>
          </a:xfrm>
        </p:spPr>
        <p:txBody>
          <a:bodyPr/>
          <a:lstStyle>
            <a:lvl1pPr>
              <a:defRPr>
                <a:latin typeface="+mj-lt"/>
              </a:defRPr>
            </a:lvl1pPr>
          </a:lstStyle>
          <a:p>
            <a:r>
              <a:rPr lang="en-US" dirty="0"/>
              <a:t>One-sentence headline stating the main takeaway message</a:t>
            </a:r>
          </a:p>
        </p:txBody>
      </p:sp>
      <p:sp>
        <p:nvSpPr>
          <p:cNvPr id="24" name="Text Placeholder 22">
            <a:extLst>
              <a:ext uri="{FF2B5EF4-FFF2-40B4-BE49-F238E27FC236}">
                <a16:creationId xmlns:a16="http://schemas.microsoft.com/office/drawing/2014/main" id="{84D16B10-4114-3D13-50FC-848A8724398C}"/>
              </a:ext>
            </a:extLst>
          </p:cNvPr>
          <p:cNvSpPr>
            <a:spLocks noGrp="1"/>
          </p:cNvSpPr>
          <p:nvPr>
            <p:ph type="body" sz="quarter" idx="17" hasCustomPrompt="1"/>
          </p:nvPr>
        </p:nvSpPr>
        <p:spPr>
          <a:xfrm>
            <a:off x="1384410" y="3911299"/>
            <a:ext cx="2192338" cy="1873250"/>
          </a:xfrm>
          <a:solidFill>
            <a:schemeClr val="accent6"/>
          </a:solidFill>
        </p:spPr>
        <p:txBody>
          <a:bodyPr lIns="182880" tIns="182880" rIns="182880"/>
          <a:lstStyle>
            <a:lvl1pPr marL="0" indent="0">
              <a:buNone/>
              <a:defRPr sz="1800" b="1" i="0">
                <a:solidFill>
                  <a:schemeClr val="bg1"/>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r>
              <a:rPr lang="en-US" dirty="0"/>
              <a:t>Place content here</a:t>
            </a:r>
          </a:p>
        </p:txBody>
      </p:sp>
      <p:sp>
        <p:nvSpPr>
          <p:cNvPr id="27" name="Text Placeholder 22">
            <a:extLst>
              <a:ext uri="{FF2B5EF4-FFF2-40B4-BE49-F238E27FC236}">
                <a16:creationId xmlns:a16="http://schemas.microsoft.com/office/drawing/2014/main" id="{069C9FFD-3BEB-F410-9877-CC941D3224B1}"/>
              </a:ext>
            </a:extLst>
          </p:cNvPr>
          <p:cNvSpPr>
            <a:spLocks noGrp="1"/>
          </p:cNvSpPr>
          <p:nvPr>
            <p:ph type="body" sz="quarter" idx="18" hasCustomPrompt="1"/>
          </p:nvPr>
        </p:nvSpPr>
        <p:spPr>
          <a:xfrm>
            <a:off x="6329527" y="1758896"/>
            <a:ext cx="2192338" cy="1873250"/>
          </a:xfrm>
          <a:solidFill>
            <a:schemeClr val="accent2"/>
          </a:solidFill>
        </p:spPr>
        <p:txBody>
          <a:bodyPr lIns="182880" tIns="182880" rIns="182880"/>
          <a:lstStyle>
            <a:lvl1pPr marL="0" indent="0">
              <a:buNone/>
              <a:defRPr sz="1800" b="1" i="0">
                <a:solidFill>
                  <a:schemeClr val="bg1"/>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r>
              <a:rPr lang="en-US" dirty="0"/>
              <a:t>Place content here</a:t>
            </a:r>
          </a:p>
        </p:txBody>
      </p:sp>
      <p:sp>
        <p:nvSpPr>
          <p:cNvPr id="28" name="Text Placeholder 22">
            <a:extLst>
              <a:ext uri="{FF2B5EF4-FFF2-40B4-BE49-F238E27FC236}">
                <a16:creationId xmlns:a16="http://schemas.microsoft.com/office/drawing/2014/main" id="{C39CDA33-6D16-DEAF-0280-749663549D57}"/>
              </a:ext>
            </a:extLst>
          </p:cNvPr>
          <p:cNvSpPr>
            <a:spLocks noGrp="1"/>
          </p:cNvSpPr>
          <p:nvPr>
            <p:ph type="body" sz="quarter" idx="19" hasCustomPrompt="1"/>
          </p:nvPr>
        </p:nvSpPr>
        <p:spPr>
          <a:xfrm>
            <a:off x="6329527" y="3911299"/>
            <a:ext cx="2192338" cy="1873250"/>
          </a:xfrm>
          <a:solidFill>
            <a:schemeClr val="accent4"/>
          </a:solidFill>
        </p:spPr>
        <p:txBody>
          <a:bodyPr lIns="182880" tIns="182880" rIns="182880"/>
          <a:lstStyle>
            <a:lvl1pPr marL="0" indent="0">
              <a:buNone/>
              <a:defRPr sz="1800" b="1" i="0">
                <a:solidFill>
                  <a:schemeClr val="tx1"/>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r>
              <a:rPr lang="en-US" dirty="0"/>
              <a:t>Place content here</a:t>
            </a:r>
          </a:p>
        </p:txBody>
      </p:sp>
      <p:sp>
        <p:nvSpPr>
          <p:cNvPr id="3" name="Text Placeholder 22">
            <a:extLst>
              <a:ext uri="{FF2B5EF4-FFF2-40B4-BE49-F238E27FC236}">
                <a16:creationId xmlns:a16="http://schemas.microsoft.com/office/drawing/2014/main" id="{FD3A4D06-1EC0-67D1-BF1F-4A91D1E34147}"/>
              </a:ext>
            </a:extLst>
          </p:cNvPr>
          <p:cNvSpPr>
            <a:spLocks noGrp="1"/>
          </p:cNvSpPr>
          <p:nvPr>
            <p:ph type="body" sz="quarter" idx="16" hasCustomPrompt="1"/>
          </p:nvPr>
        </p:nvSpPr>
        <p:spPr>
          <a:xfrm>
            <a:off x="1384410" y="1758896"/>
            <a:ext cx="2192338" cy="1873250"/>
          </a:xfrm>
          <a:solidFill>
            <a:schemeClr val="tx2"/>
          </a:solidFill>
        </p:spPr>
        <p:txBody>
          <a:bodyPr lIns="182880" tIns="182880" rIns="182880"/>
          <a:lstStyle>
            <a:lvl1pPr marL="0" indent="0">
              <a:buNone/>
              <a:defRPr sz="1800" b="1" i="0">
                <a:solidFill>
                  <a:schemeClr val="bg1"/>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r>
              <a:rPr lang="en-US" dirty="0"/>
              <a:t>Place content here</a:t>
            </a:r>
          </a:p>
        </p:txBody>
      </p:sp>
    </p:spTree>
    <p:extLst>
      <p:ext uri="{BB962C8B-B14F-4D97-AF65-F5344CB8AC3E}">
        <p14:creationId xmlns:p14="http://schemas.microsoft.com/office/powerpoint/2010/main" val="26649671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Image Series Color Bar">
    <p:spTree>
      <p:nvGrpSpPr>
        <p:cNvPr id="1" name=""/>
        <p:cNvGrpSpPr/>
        <p:nvPr/>
      </p:nvGrpSpPr>
      <p:grpSpPr>
        <a:xfrm>
          <a:off x="0" y="0"/>
          <a:ext cx="0" cy="0"/>
          <a:chOff x="0" y="0"/>
          <a:chExt cx="0" cy="0"/>
        </a:xfrm>
      </p:grpSpPr>
      <p:sp>
        <p:nvSpPr>
          <p:cNvPr id="12" name="Picture Placeholder 360">
            <a:extLst>
              <a:ext uri="{FF2B5EF4-FFF2-40B4-BE49-F238E27FC236}">
                <a16:creationId xmlns:a16="http://schemas.microsoft.com/office/drawing/2014/main" id="{406AFED2-ED49-1112-B21D-D2ECF913338D}"/>
              </a:ext>
            </a:extLst>
          </p:cNvPr>
          <p:cNvSpPr>
            <a:spLocks noGrp="1"/>
          </p:cNvSpPr>
          <p:nvPr>
            <p:ph type="pic" sz="quarter" idx="12"/>
          </p:nvPr>
        </p:nvSpPr>
        <p:spPr>
          <a:xfrm>
            <a:off x="1468099" y="1465385"/>
            <a:ext cx="2658427" cy="1547446"/>
          </a:xfrm>
          <a:solidFill>
            <a:schemeClr val="bg2"/>
          </a:solidFill>
        </p:spPr>
        <p:txBody>
          <a:bodyPr/>
          <a:lstStyle>
            <a:lvl1pPr>
              <a:defRPr/>
            </a:lvl1pPr>
          </a:lstStyle>
          <a:p>
            <a:r>
              <a:rPr lang="en-US"/>
              <a:t>Click icon to add picture</a:t>
            </a:r>
            <a:endParaRPr lang="en-US" dirty="0"/>
          </a:p>
        </p:txBody>
      </p:sp>
      <p:sp>
        <p:nvSpPr>
          <p:cNvPr id="2" name="Title 1">
            <a:extLst>
              <a:ext uri="{FF2B5EF4-FFF2-40B4-BE49-F238E27FC236}">
                <a16:creationId xmlns:a16="http://schemas.microsoft.com/office/drawing/2014/main" id="{174EEC8D-F30D-2272-2A4E-CD93B0D75CC0}"/>
              </a:ext>
            </a:extLst>
          </p:cNvPr>
          <p:cNvSpPr>
            <a:spLocks noGrp="1"/>
          </p:cNvSpPr>
          <p:nvPr>
            <p:ph type="title" hasCustomPrompt="1"/>
          </p:nvPr>
        </p:nvSpPr>
        <p:spPr>
          <a:xfrm>
            <a:off x="314692" y="365125"/>
            <a:ext cx="11492432" cy="886397"/>
          </a:xfrm>
        </p:spPr>
        <p:txBody>
          <a:bodyPr/>
          <a:lstStyle>
            <a:lvl1pPr>
              <a:defRPr/>
            </a:lvl1pPr>
          </a:lstStyle>
          <a:p>
            <a:r>
              <a:rPr lang="en-US" dirty="0"/>
              <a:t>One-sentence headline stating the main takeaway message</a:t>
            </a:r>
          </a:p>
        </p:txBody>
      </p:sp>
      <p:sp>
        <p:nvSpPr>
          <p:cNvPr id="9" name="Text Placeholder 22">
            <a:extLst>
              <a:ext uri="{FF2B5EF4-FFF2-40B4-BE49-F238E27FC236}">
                <a16:creationId xmlns:a16="http://schemas.microsoft.com/office/drawing/2014/main" id="{26F353B8-FF4B-42ED-1CE7-EDC4F7EF61D1}"/>
              </a:ext>
            </a:extLst>
          </p:cNvPr>
          <p:cNvSpPr>
            <a:spLocks noGrp="1"/>
          </p:cNvSpPr>
          <p:nvPr>
            <p:ph type="body" sz="quarter" idx="18" hasCustomPrompt="1"/>
          </p:nvPr>
        </p:nvSpPr>
        <p:spPr>
          <a:xfrm>
            <a:off x="1468099" y="3012831"/>
            <a:ext cx="2658427" cy="656942"/>
          </a:xfrm>
          <a:solidFill>
            <a:schemeClr val="tx2"/>
          </a:solidFill>
        </p:spPr>
        <p:txBody>
          <a:bodyPr lIns="91440" tIns="91440" rIns="91440" bIns="91440"/>
          <a:lstStyle>
            <a:lvl1pPr marL="0" indent="0" algn="ctr">
              <a:buNone/>
              <a:defRPr sz="1800" b="1" i="0">
                <a:solidFill>
                  <a:schemeClr val="bg1"/>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r>
              <a:rPr lang="en-US" dirty="0"/>
              <a:t>Place content here</a:t>
            </a:r>
          </a:p>
        </p:txBody>
      </p:sp>
      <p:sp>
        <p:nvSpPr>
          <p:cNvPr id="11" name="Picture Placeholder 360">
            <a:extLst>
              <a:ext uri="{FF2B5EF4-FFF2-40B4-BE49-F238E27FC236}">
                <a16:creationId xmlns:a16="http://schemas.microsoft.com/office/drawing/2014/main" id="{6E81FCDA-4DA3-AB4A-5D95-88A3FEFC3A25}"/>
              </a:ext>
            </a:extLst>
          </p:cNvPr>
          <p:cNvSpPr>
            <a:spLocks noGrp="1"/>
          </p:cNvSpPr>
          <p:nvPr>
            <p:ph type="pic" sz="quarter" idx="19"/>
          </p:nvPr>
        </p:nvSpPr>
        <p:spPr>
          <a:xfrm>
            <a:off x="1468099" y="3960136"/>
            <a:ext cx="2658427" cy="1547446"/>
          </a:xfrm>
          <a:solidFill>
            <a:schemeClr val="bg2"/>
          </a:solidFill>
        </p:spPr>
        <p:txBody>
          <a:bodyPr/>
          <a:lstStyle>
            <a:lvl1pPr>
              <a:defRPr/>
            </a:lvl1pPr>
          </a:lstStyle>
          <a:p>
            <a:r>
              <a:rPr lang="en-US"/>
              <a:t>Click icon to add picture</a:t>
            </a:r>
            <a:endParaRPr lang="en-US" dirty="0"/>
          </a:p>
        </p:txBody>
      </p:sp>
      <p:sp>
        <p:nvSpPr>
          <p:cNvPr id="16" name="Text Placeholder 22">
            <a:extLst>
              <a:ext uri="{FF2B5EF4-FFF2-40B4-BE49-F238E27FC236}">
                <a16:creationId xmlns:a16="http://schemas.microsoft.com/office/drawing/2014/main" id="{3F669257-B949-89C3-AFAB-C056282DB494}"/>
              </a:ext>
            </a:extLst>
          </p:cNvPr>
          <p:cNvSpPr>
            <a:spLocks noGrp="1"/>
          </p:cNvSpPr>
          <p:nvPr>
            <p:ph type="body" sz="quarter" idx="20" hasCustomPrompt="1"/>
          </p:nvPr>
        </p:nvSpPr>
        <p:spPr>
          <a:xfrm>
            <a:off x="1468099" y="5507582"/>
            <a:ext cx="2658427" cy="656942"/>
          </a:xfrm>
          <a:solidFill>
            <a:schemeClr val="accent5"/>
          </a:solidFill>
        </p:spPr>
        <p:txBody>
          <a:bodyPr lIns="91440" tIns="91440" rIns="91440" bIns="91440"/>
          <a:lstStyle>
            <a:lvl1pPr marL="0" indent="0" algn="ctr">
              <a:buNone/>
              <a:defRPr sz="1800" b="1" i="0">
                <a:solidFill>
                  <a:schemeClr val="tx1"/>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r>
              <a:rPr lang="en-US" dirty="0"/>
              <a:t>Place content here</a:t>
            </a:r>
          </a:p>
        </p:txBody>
      </p:sp>
      <p:sp>
        <p:nvSpPr>
          <p:cNvPr id="17" name="Picture Placeholder 360">
            <a:extLst>
              <a:ext uri="{FF2B5EF4-FFF2-40B4-BE49-F238E27FC236}">
                <a16:creationId xmlns:a16="http://schemas.microsoft.com/office/drawing/2014/main" id="{13D2DA25-934B-21FF-2966-29EF546C487A}"/>
              </a:ext>
            </a:extLst>
          </p:cNvPr>
          <p:cNvSpPr>
            <a:spLocks noGrp="1"/>
          </p:cNvSpPr>
          <p:nvPr>
            <p:ph type="pic" sz="quarter" idx="21"/>
          </p:nvPr>
        </p:nvSpPr>
        <p:spPr>
          <a:xfrm>
            <a:off x="4766787" y="1465385"/>
            <a:ext cx="2658427" cy="1547446"/>
          </a:xfrm>
          <a:solidFill>
            <a:schemeClr val="bg2"/>
          </a:solidFill>
        </p:spPr>
        <p:txBody>
          <a:bodyPr/>
          <a:lstStyle>
            <a:lvl1pPr>
              <a:defRPr/>
            </a:lvl1pPr>
          </a:lstStyle>
          <a:p>
            <a:r>
              <a:rPr lang="en-US"/>
              <a:t>Click icon to add picture</a:t>
            </a:r>
            <a:endParaRPr lang="en-US" dirty="0"/>
          </a:p>
        </p:txBody>
      </p:sp>
      <p:sp>
        <p:nvSpPr>
          <p:cNvPr id="18" name="Text Placeholder 22">
            <a:extLst>
              <a:ext uri="{FF2B5EF4-FFF2-40B4-BE49-F238E27FC236}">
                <a16:creationId xmlns:a16="http://schemas.microsoft.com/office/drawing/2014/main" id="{17D533C8-B6CD-B35B-9678-CFA2D4FF71A7}"/>
              </a:ext>
            </a:extLst>
          </p:cNvPr>
          <p:cNvSpPr>
            <a:spLocks noGrp="1"/>
          </p:cNvSpPr>
          <p:nvPr>
            <p:ph type="body" sz="quarter" idx="22" hasCustomPrompt="1"/>
          </p:nvPr>
        </p:nvSpPr>
        <p:spPr>
          <a:xfrm>
            <a:off x="4766787" y="3012831"/>
            <a:ext cx="2658427" cy="656942"/>
          </a:xfrm>
          <a:solidFill>
            <a:schemeClr val="accent3"/>
          </a:solidFill>
        </p:spPr>
        <p:txBody>
          <a:bodyPr lIns="91440" tIns="91440" rIns="91440" bIns="91440"/>
          <a:lstStyle>
            <a:lvl1pPr marL="0" indent="0" algn="ctr">
              <a:buNone/>
              <a:defRPr sz="1800" b="1" i="0">
                <a:solidFill>
                  <a:schemeClr val="bg1"/>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r>
              <a:rPr lang="en-US" dirty="0"/>
              <a:t>Place content here</a:t>
            </a:r>
          </a:p>
        </p:txBody>
      </p:sp>
      <p:sp>
        <p:nvSpPr>
          <p:cNvPr id="19" name="Picture Placeholder 360">
            <a:extLst>
              <a:ext uri="{FF2B5EF4-FFF2-40B4-BE49-F238E27FC236}">
                <a16:creationId xmlns:a16="http://schemas.microsoft.com/office/drawing/2014/main" id="{FFFA52E8-8238-7D32-74C3-C442340BACDD}"/>
              </a:ext>
            </a:extLst>
          </p:cNvPr>
          <p:cNvSpPr>
            <a:spLocks noGrp="1"/>
          </p:cNvSpPr>
          <p:nvPr>
            <p:ph type="pic" sz="quarter" idx="23"/>
          </p:nvPr>
        </p:nvSpPr>
        <p:spPr>
          <a:xfrm>
            <a:off x="4766787" y="3960136"/>
            <a:ext cx="2658427" cy="1547446"/>
          </a:xfrm>
          <a:solidFill>
            <a:schemeClr val="bg2"/>
          </a:solidFill>
        </p:spPr>
        <p:txBody>
          <a:bodyPr/>
          <a:lstStyle>
            <a:lvl1pPr>
              <a:defRPr/>
            </a:lvl1pPr>
          </a:lstStyle>
          <a:p>
            <a:r>
              <a:rPr lang="en-US"/>
              <a:t>Click icon to add picture</a:t>
            </a:r>
            <a:endParaRPr lang="en-US" dirty="0"/>
          </a:p>
        </p:txBody>
      </p:sp>
      <p:sp>
        <p:nvSpPr>
          <p:cNvPr id="20" name="Text Placeholder 22">
            <a:extLst>
              <a:ext uri="{FF2B5EF4-FFF2-40B4-BE49-F238E27FC236}">
                <a16:creationId xmlns:a16="http://schemas.microsoft.com/office/drawing/2014/main" id="{EAA931B9-F65E-5FA9-1A52-F298BEA03A31}"/>
              </a:ext>
            </a:extLst>
          </p:cNvPr>
          <p:cNvSpPr>
            <a:spLocks noGrp="1"/>
          </p:cNvSpPr>
          <p:nvPr>
            <p:ph type="body" sz="quarter" idx="24" hasCustomPrompt="1"/>
          </p:nvPr>
        </p:nvSpPr>
        <p:spPr>
          <a:xfrm>
            <a:off x="4766787" y="5507582"/>
            <a:ext cx="2658427" cy="656942"/>
          </a:xfrm>
          <a:solidFill>
            <a:schemeClr val="accent4"/>
          </a:solidFill>
        </p:spPr>
        <p:txBody>
          <a:bodyPr lIns="91440" tIns="91440" rIns="91440" bIns="91440"/>
          <a:lstStyle>
            <a:lvl1pPr marL="0" indent="0" algn="ctr">
              <a:buNone/>
              <a:defRPr sz="1800" b="1" i="0">
                <a:solidFill>
                  <a:schemeClr val="tx1"/>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r>
              <a:rPr lang="en-US" dirty="0"/>
              <a:t>Place content here</a:t>
            </a:r>
          </a:p>
        </p:txBody>
      </p:sp>
      <p:sp>
        <p:nvSpPr>
          <p:cNvPr id="21" name="Picture Placeholder 360">
            <a:extLst>
              <a:ext uri="{FF2B5EF4-FFF2-40B4-BE49-F238E27FC236}">
                <a16:creationId xmlns:a16="http://schemas.microsoft.com/office/drawing/2014/main" id="{E2163388-A63C-577D-E1F5-098DA5ECC07B}"/>
              </a:ext>
            </a:extLst>
          </p:cNvPr>
          <p:cNvSpPr>
            <a:spLocks noGrp="1"/>
          </p:cNvSpPr>
          <p:nvPr>
            <p:ph type="pic" sz="quarter" idx="25"/>
          </p:nvPr>
        </p:nvSpPr>
        <p:spPr>
          <a:xfrm>
            <a:off x="8065474" y="1465385"/>
            <a:ext cx="2658427" cy="1547446"/>
          </a:xfrm>
          <a:solidFill>
            <a:schemeClr val="bg2"/>
          </a:solidFill>
        </p:spPr>
        <p:txBody>
          <a:bodyPr/>
          <a:lstStyle>
            <a:lvl1pPr>
              <a:defRPr/>
            </a:lvl1pPr>
          </a:lstStyle>
          <a:p>
            <a:r>
              <a:rPr lang="en-US"/>
              <a:t>Click icon to add picture</a:t>
            </a:r>
            <a:endParaRPr lang="en-US" dirty="0"/>
          </a:p>
        </p:txBody>
      </p:sp>
      <p:sp>
        <p:nvSpPr>
          <p:cNvPr id="22" name="Text Placeholder 22">
            <a:extLst>
              <a:ext uri="{FF2B5EF4-FFF2-40B4-BE49-F238E27FC236}">
                <a16:creationId xmlns:a16="http://schemas.microsoft.com/office/drawing/2014/main" id="{6A354D75-2850-EFEF-9B6E-16282EFCDE4B}"/>
              </a:ext>
            </a:extLst>
          </p:cNvPr>
          <p:cNvSpPr>
            <a:spLocks noGrp="1"/>
          </p:cNvSpPr>
          <p:nvPr>
            <p:ph type="body" sz="quarter" idx="26" hasCustomPrompt="1"/>
          </p:nvPr>
        </p:nvSpPr>
        <p:spPr>
          <a:xfrm>
            <a:off x="8065474" y="3012831"/>
            <a:ext cx="2658427" cy="656942"/>
          </a:xfrm>
          <a:solidFill>
            <a:schemeClr val="accent6"/>
          </a:solidFill>
        </p:spPr>
        <p:txBody>
          <a:bodyPr lIns="91440" tIns="91440" rIns="91440" bIns="91440"/>
          <a:lstStyle>
            <a:lvl1pPr marL="0" indent="0" algn="ctr">
              <a:buNone/>
              <a:defRPr sz="1800" b="1" i="0">
                <a:solidFill>
                  <a:schemeClr val="bg1"/>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r>
              <a:rPr lang="en-US" dirty="0"/>
              <a:t>Place content here</a:t>
            </a:r>
          </a:p>
        </p:txBody>
      </p:sp>
      <p:sp>
        <p:nvSpPr>
          <p:cNvPr id="23" name="Picture Placeholder 360">
            <a:extLst>
              <a:ext uri="{FF2B5EF4-FFF2-40B4-BE49-F238E27FC236}">
                <a16:creationId xmlns:a16="http://schemas.microsoft.com/office/drawing/2014/main" id="{FBABECBC-CDDA-6887-FB75-25BC231CEC93}"/>
              </a:ext>
            </a:extLst>
          </p:cNvPr>
          <p:cNvSpPr>
            <a:spLocks noGrp="1"/>
          </p:cNvSpPr>
          <p:nvPr>
            <p:ph type="pic" sz="quarter" idx="27"/>
          </p:nvPr>
        </p:nvSpPr>
        <p:spPr>
          <a:xfrm>
            <a:off x="8065474" y="3960136"/>
            <a:ext cx="2658427" cy="1547446"/>
          </a:xfrm>
          <a:solidFill>
            <a:schemeClr val="bg2"/>
          </a:solidFill>
        </p:spPr>
        <p:txBody>
          <a:bodyPr/>
          <a:lstStyle>
            <a:lvl1pPr>
              <a:defRPr/>
            </a:lvl1pPr>
          </a:lstStyle>
          <a:p>
            <a:r>
              <a:rPr lang="en-US"/>
              <a:t>Click icon to add picture</a:t>
            </a:r>
            <a:endParaRPr lang="en-US" dirty="0"/>
          </a:p>
        </p:txBody>
      </p:sp>
      <p:sp>
        <p:nvSpPr>
          <p:cNvPr id="25" name="Text Placeholder 22">
            <a:extLst>
              <a:ext uri="{FF2B5EF4-FFF2-40B4-BE49-F238E27FC236}">
                <a16:creationId xmlns:a16="http://schemas.microsoft.com/office/drawing/2014/main" id="{AA63FF33-3432-1D2E-53DE-B6F0895069F1}"/>
              </a:ext>
            </a:extLst>
          </p:cNvPr>
          <p:cNvSpPr>
            <a:spLocks noGrp="1"/>
          </p:cNvSpPr>
          <p:nvPr>
            <p:ph type="body" sz="quarter" idx="28" hasCustomPrompt="1"/>
          </p:nvPr>
        </p:nvSpPr>
        <p:spPr>
          <a:xfrm>
            <a:off x="8065474" y="5507582"/>
            <a:ext cx="2658427" cy="656942"/>
          </a:xfrm>
          <a:solidFill>
            <a:schemeClr val="tx1"/>
          </a:solidFill>
        </p:spPr>
        <p:txBody>
          <a:bodyPr lIns="91440" tIns="91440" rIns="91440" bIns="91440"/>
          <a:lstStyle>
            <a:lvl1pPr marL="0" indent="0" algn="ctr">
              <a:buNone/>
              <a:defRPr sz="1800" b="1" i="0">
                <a:solidFill>
                  <a:schemeClr val="bg1"/>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r>
              <a:rPr lang="en-US" dirty="0"/>
              <a:t>Place content here</a:t>
            </a:r>
          </a:p>
        </p:txBody>
      </p:sp>
    </p:spTree>
    <p:extLst>
      <p:ext uri="{BB962C8B-B14F-4D97-AF65-F5344CB8AC3E}">
        <p14:creationId xmlns:p14="http://schemas.microsoft.com/office/powerpoint/2010/main" val="18581818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0-Portrait Series">
    <p:spTree>
      <p:nvGrpSpPr>
        <p:cNvPr id="1" name=""/>
        <p:cNvGrpSpPr/>
        <p:nvPr/>
      </p:nvGrpSpPr>
      <p:grpSpPr>
        <a:xfrm>
          <a:off x="0" y="0"/>
          <a:ext cx="0" cy="0"/>
          <a:chOff x="0" y="0"/>
          <a:chExt cx="0" cy="0"/>
        </a:xfrm>
      </p:grpSpPr>
      <p:sp>
        <p:nvSpPr>
          <p:cNvPr id="12" name="Picture Placeholder 360">
            <a:extLst>
              <a:ext uri="{FF2B5EF4-FFF2-40B4-BE49-F238E27FC236}">
                <a16:creationId xmlns:a16="http://schemas.microsoft.com/office/drawing/2014/main" id="{406AFED2-ED49-1112-B21D-D2ECF913338D}"/>
              </a:ext>
            </a:extLst>
          </p:cNvPr>
          <p:cNvSpPr>
            <a:spLocks noGrp="1"/>
          </p:cNvSpPr>
          <p:nvPr>
            <p:ph type="pic" sz="quarter" idx="12"/>
          </p:nvPr>
        </p:nvSpPr>
        <p:spPr>
          <a:xfrm>
            <a:off x="1510445" y="1682263"/>
            <a:ext cx="1411061" cy="1408177"/>
          </a:xfrm>
          <a:solidFill>
            <a:schemeClr val="bg2"/>
          </a:solidFill>
        </p:spPr>
        <p:txBody>
          <a:bodyPr/>
          <a:lstStyle>
            <a:lvl1pPr>
              <a:defRPr/>
            </a:lvl1pPr>
          </a:lstStyle>
          <a:p>
            <a:r>
              <a:rPr lang="en-US"/>
              <a:t>Click icon to add picture</a:t>
            </a:r>
            <a:endParaRPr lang="en-US" dirty="0"/>
          </a:p>
        </p:txBody>
      </p:sp>
      <p:sp>
        <p:nvSpPr>
          <p:cNvPr id="2" name="Title 1">
            <a:extLst>
              <a:ext uri="{FF2B5EF4-FFF2-40B4-BE49-F238E27FC236}">
                <a16:creationId xmlns:a16="http://schemas.microsoft.com/office/drawing/2014/main" id="{174EEC8D-F30D-2272-2A4E-CD93B0D75CC0}"/>
              </a:ext>
            </a:extLst>
          </p:cNvPr>
          <p:cNvSpPr>
            <a:spLocks noGrp="1"/>
          </p:cNvSpPr>
          <p:nvPr>
            <p:ph type="title" hasCustomPrompt="1"/>
          </p:nvPr>
        </p:nvSpPr>
        <p:spPr>
          <a:xfrm>
            <a:off x="314692" y="365125"/>
            <a:ext cx="11492432" cy="886397"/>
          </a:xfrm>
        </p:spPr>
        <p:txBody>
          <a:bodyPr/>
          <a:lstStyle>
            <a:lvl1pPr>
              <a:defRPr b="1">
                <a:latin typeface="+mj-lt"/>
              </a:defRPr>
            </a:lvl1pPr>
          </a:lstStyle>
          <a:p>
            <a:r>
              <a:rPr lang="en-US" dirty="0"/>
              <a:t>One-sentence headline stating the main takeaway message</a:t>
            </a:r>
          </a:p>
        </p:txBody>
      </p:sp>
      <p:sp>
        <p:nvSpPr>
          <p:cNvPr id="5" name="Text Placeholder 4">
            <a:extLst>
              <a:ext uri="{FF2B5EF4-FFF2-40B4-BE49-F238E27FC236}">
                <a16:creationId xmlns:a16="http://schemas.microsoft.com/office/drawing/2014/main" id="{7454D37D-9760-333D-5D98-7361CD68B949}"/>
              </a:ext>
            </a:extLst>
          </p:cNvPr>
          <p:cNvSpPr>
            <a:spLocks noGrp="1"/>
          </p:cNvSpPr>
          <p:nvPr>
            <p:ph type="body" sz="quarter" idx="14" hasCustomPrompt="1"/>
          </p:nvPr>
        </p:nvSpPr>
        <p:spPr>
          <a:xfrm>
            <a:off x="1510079" y="3107592"/>
            <a:ext cx="1412144" cy="321408"/>
          </a:xfrm>
        </p:spPr>
        <p:txBody>
          <a:bodyPr tIns="91440"/>
          <a:lstStyle>
            <a:lvl1pPr marL="0" indent="0">
              <a:buNone/>
              <a:defRPr sz="16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7" name="Picture Placeholder 360">
            <a:extLst>
              <a:ext uri="{FF2B5EF4-FFF2-40B4-BE49-F238E27FC236}">
                <a16:creationId xmlns:a16="http://schemas.microsoft.com/office/drawing/2014/main" id="{25194CC7-DFDD-41E3-3F16-A4BAED70D310}"/>
              </a:ext>
            </a:extLst>
          </p:cNvPr>
          <p:cNvSpPr>
            <a:spLocks noGrp="1"/>
          </p:cNvSpPr>
          <p:nvPr>
            <p:ph type="pic" sz="quarter" idx="15"/>
          </p:nvPr>
        </p:nvSpPr>
        <p:spPr>
          <a:xfrm>
            <a:off x="3409584" y="1682263"/>
            <a:ext cx="1411061" cy="1408177"/>
          </a:xfrm>
          <a:solidFill>
            <a:schemeClr val="bg2"/>
          </a:solidFill>
        </p:spPr>
        <p:txBody>
          <a:bodyPr/>
          <a:lstStyle>
            <a:lvl1pPr>
              <a:defRPr/>
            </a:lvl1pPr>
          </a:lstStyle>
          <a:p>
            <a:r>
              <a:rPr lang="en-US"/>
              <a:t>Click icon to add picture</a:t>
            </a:r>
            <a:endParaRPr lang="en-US" dirty="0"/>
          </a:p>
        </p:txBody>
      </p:sp>
      <p:sp>
        <p:nvSpPr>
          <p:cNvPr id="8" name="Text Placeholder 4">
            <a:extLst>
              <a:ext uri="{FF2B5EF4-FFF2-40B4-BE49-F238E27FC236}">
                <a16:creationId xmlns:a16="http://schemas.microsoft.com/office/drawing/2014/main" id="{259FEBC2-FFA2-F082-C0B4-490D9C6E3682}"/>
              </a:ext>
            </a:extLst>
          </p:cNvPr>
          <p:cNvSpPr>
            <a:spLocks noGrp="1"/>
          </p:cNvSpPr>
          <p:nvPr>
            <p:ph type="body" sz="quarter" idx="16" hasCustomPrompt="1"/>
          </p:nvPr>
        </p:nvSpPr>
        <p:spPr>
          <a:xfrm>
            <a:off x="3409218" y="3107592"/>
            <a:ext cx="1412144" cy="321408"/>
          </a:xfrm>
        </p:spPr>
        <p:txBody>
          <a:bodyPr tIns="91440"/>
          <a:lstStyle>
            <a:lvl1pPr marL="0" indent="0">
              <a:buNone/>
              <a:defRPr sz="16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10" name="Picture Placeholder 360">
            <a:extLst>
              <a:ext uri="{FF2B5EF4-FFF2-40B4-BE49-F238E27FC236}">
                <a16:creationId xmlns:a16="http://schemas.microsoft.com/office/drawing/2014/main" id="{9E7760E5-8579-2ACD-19F1-A979EC595A81}"/>
              </a:ext>
            </a:extLst>
          </p:cNvPr>
          <p:cNvSpPr>
            <a:spLocks noGrp="1"/>
          </p:cNvSpPr>
          <p:nvPr>
            <p:ph type="pic" sz="quarter" idx="17"/>
          </p:nvPr>
        </p:nvSpPr>
        <p:spPr>
          <a:xfrm>
            <a:off x="5308182" y="1682263"/>
            <a:ext cx="1411061" cy="1408177"/>
          </a:xfrm>
          <a:solidFill>
            <a:schemeClr val="bg2"/>
          </a:solidFill>
        </p:spPr>
        <p:txBody>
          <a:bodyPr/>
          <a:lstStyle>
            <a:lvl1pPr>
              <a:defRPr/>
            </a:lvl1pPr>
          </a:lstStyle>
          <a:p>
            <a:r>
              <a:rPr lang="en-US"/>
              <a:t>Click icon to add picture</a:t>
            </a:r>
            <a:endParaRPr lang="en-US" dirty="0"/>
          </a:p>
        </p:txBody>
      </p:sp>
      <p:sp>
        <p:nvSpPr>
          <p:cNvPr id="13" name="Text Placeholder 4">
            <a:extLst>
              <a:ext uri="{FF2B5EF4-FFF2-40B4-BE49-F238E27FC236}">
                <a16:creationId xmlns:a16="http://schemas.microsoft.com/office/drawing/2014/main" id="{121DEBE6-249D-E1B1-4B52-A019B44949CF}"/>
              </a:ext>
            </a:extLst>
          </p:cNvPr>
          <p:cNvSpPr>
            <a:spLocks noGrp="1"/>
          </p:cNvSpPr>
          <p:nvPr>
            <p:ph type="body" sz="quarter" idx="18" hasCustomPrompt="1"/>
          </p:nvPr>
        </p:nvSpPr>
        <p:spPr>
          <a:xfrm>
            <a:off x="5307640" y="3107592"/>
            <a:ext cx="1412144" cy="321408"/>
          </a:xfrm>
        </p:spPr>
        <p:txBody>
          <a:bodyPr tIns="91440"/>
          <a:lstStyle>
            <a:lvl1pPr marL="0" indent="0">
              <a:buNone/>
              <a:defRPr sz="16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14" name="Picture Placeholder 360">
            <a:extLst>
              <a:ext uri="{FF2B5EF4-FFF2-40B4-BE49-F238E27FC236}">
                <a16:creationId xmlns:a16="http://schemas.microsoft.com/office/drawing/2014/main" id="{EB7AC011-2F57-EC56-91F9-A965565A4061}"/>
              </a:ext>
            </a:extLst>
          </p:cNvPr>
          <p:cNvSpPr>
            <a:spLocks noGrp="1"/>
          </p:cNvSpPr>
          <p:nvPr>
            <p:ph type="pic" sz="quarter" idx="19"/>
          </p:nvPr>
        </p:nvSpPr>
        <p:spPr>
          <a:xfrm>
            <a:off x="7206077" y="1682263"/>
            <a:ext cx="1411061" cy="1408177"/>
          </a:xfrm>
          <a:solidFill>
            <a:schemeClr val="bg2"/>
          </a:solidFill>
        </p:spPr>
        <p:txBody>
          <a:bodyPr/>
          <a:lstStyle>
            <a:lvl1pPr>
              <a:defRPr/>
            </a:lvl1pPr>
          </a:lstStyle>
          <a:p>
            <a:r>
              <a:rPr lang="en-US"/>
              <a:t>Click icon to add picture</a:t>
            </a:r>
            <a:endParaRPr lang="en-US" dirty="0"/>
          </a:p>
        </p:txBody>
      </p:sp>
      <p:sp>
        <p:nvSpPr>
          <p:cNvPr id="15" name="Text Placeholder 4">
            <a:extLst>
              <a:ext uri="{FF2B5EF4-FFF2-40B4-BE49-F238E27FC236}">
                <a16:creationId xmlns:a16="http://schemas.microsoft.com/office/drawing/2014/main" id="{D59762E5-F688-DBA8-4C37-B3A3C58F18B9}"/>
              </a:ext>
            </a:extLst>
          </p:cNvPr>
          <p:cNvSpPr>
            <a:spLocks noGrp="1"/>
          </p:cNvSpPr>
          <p:nvPr>
            <p:ph type="body" sz="quarter" idx="20" hasCustomPrompt="1"/>
          </p:nvPr>
        </p:nvSpPr>
        <p:spPr>
          <a:xfrm>
            <a:off x="7205711" y="3107592"/>
            <a:ext cx="1412144" cy="321408"/>
          </a:xfrm>
        </p:spPr>
        <p:txBody>
          <a:bodyPr tIns="91440"/>
          <a:lstStyle>
            <a:lvl1pPr marL="0" indent="0">
              <a:buNone/>
              <a:defRPr sz="16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24" name="Picture Placeholder 360">
            <a:extLst>
              <a:ext uri="{FF2B5EF4-FFF2-40B4-BE49-F238E27FC236}">
                <a16:creationId xmlns:a16="http://schemas.microsoft.com/office/drawing/2014/main" id="{8A47F1D3-73AD-F467-48EE-D2074775291F}"/>
              </a:ext>
            </a:extLst>
          </p:cNvPr>
          <p:cNvSpPr>
            <a:spLocks noGrp="1"/>
          </p:cNvSpPr>
          <p:nvPr>
            <p:ph type="pic" sz="quarter" idx="21"/>
          </p:nvPr>
        </p:nvSpPr>
        <p:spPr>
          <a:xfrm>
            <a:off x="9103782" y="1682263"/>
            <a:ext cx="1411061" cy="1408177"/>
          </a:xfrm>
          <a:solidFill>
            <a:schemeClr val="bg2"/>
          </a:solidFill>
        </p:spPr>
        <p:txBody>
          <a:bodyPr/>
          <a:lstStyle>
            <a:lvl1pPr>
              <a:defRPr/>
            </a:lvl1pPr>
          </a:lstStyle>
          <a:p>
            <a:r>
              <a:rPr lang="en-US"/>
              <a:t>Click icon to add picture</a:t>
            </a:r>
            <a:endParaRPr lang="en-US" dirty="0"/>
          </a:p>
        </p:txBody>
      </p:sp>
      <p:sp>
        <p:nvSpPr>
          <p:cNvPr id="26" name="Text Placeholder 4">
            <a:extLst>
              <a:ext uri="{FF2B5EF4-FFF2-40B4-BE49-F238E27FC236}">
                <a16:creationId xmlns:a16="http://schemas.microsoft.com/office/drawing/2014/main" id="{B4A73141-DACC-B694-EAA5-D499AAA41AA2}"/>
              </a:ext>
            </a:extLst>
          </p:cNvPr>
          <p:cNvSpPr>
            <a:spLocks noGrp="1"/>
          </p:cNvSpPr>
          <p:nvPr>
            <p:ph type="body" sz="quarter" idx="22" hasCustomPrompt="1"/>
          </p:nvPr>
        </p:nvSpPr>
        <p:spPr>
          <a:xfrm>
            <a:off x="9103416" y="3107592"/>
            <a:ext cx="1412144" cy="321408"/>
          </a:xfrm>
        </p:spPr>
        <p:txBody>
          <a:bodyPr tIns="91440"/>
          <a:lstStyle>
            <a:lvl1pPr marL="0" indent="0">
              <a:buNone/>
              <a:defRPr sz="16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3" name="Picture Placeholder 360">
            <a:extLst>
              <a:ext uri="{FF2B5EF4-FFF2-40B4-BE49-F238E27FC236}">
                <a16:creationId xmlns:a16="http://schemas.microsoft.com/office/drawing/2014/main" id="{50C0265D-4C37-A6EB-018A-088C3665D77B}"/>
              </a:ext>
            </a:extLst>
          </p:cNvPr>
          <p:cNvSpPr>
            <a:spLocks noGrp="1"/>
          </p:cNvSpPr>
          <p:nvPr>
            <p:ph type="pic" sz="quarter" idx="23"/>
          </p:nvPr>
        </p:nvSpPr>
        <p:spPr>
          <a:xfrm>
            <a:off x="1510079" y="3970677"/>
            <a:ext cx="1411061" cy="1408177"/>
          </a:xfrm>
          <a:solidFill>
            <a:schemeClr val="bg2"/>
          </a:solidFill>
        </p:spPr>
        <p:txBody>
          <a:bodyPr/>
          <a:lstStyle>
            <a:lvl1pPr>
              <a:defRPr/>
            </a:lvl1pPr>
          </a:lstStyle>
          <a:p>
            <a:r>
              <a:rPr lang="en-US"/>
              <a:t>Click icon to add picture</a:t>
            </a:r>
            <a:endParaRPr lang="en-US" dirty="0"/>
          </a:p>
        </p:txBody>
      </p:sp>
      <p:sp>
        <p:nvSpPr>
          <p:cNvPr id="4" name="Text Placeholder 4">
            <a:extLst>
              <a:ext uri="{FF2B5EF4-FFF2-40B4-BE49-F238E27FC236}">
                <a16:creationId xmlns:a16="http://schemas.microsoft.com/office/drawing/2014/main" id="{3171DB7C-B77B-BA2F-D42D-E70799E1CF45}"/>
              </a:ext>
            </a:extLst>
          </p:cNvPr>
          <p:cNvSpPr>
            <a:spLocks noGrp="1"/>
          </p:cNvSpPr>
          <p:nvPr>
            <p:ph type="body" sz="quarter" idx="24" hasCustomPrompt="1"/>
          </p:nvPr>
        </p:nvSpPr>
        <p:spPr>
          <a:xfrm>
            <a:off x="1509713" y="5396006"/>
            <a:ext cx="1412144" cy="321408"/>
          </a:xfrm>
        </p:spPr>
        <p:txBody>
          <a:bodyPr tIns="91440"/>
          <a:lstStyle>
            <a:lvl1pPr marL="0" indent="0">
              <a:buNone/>
              <a:defRPr sz="16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6" name="Picture Placeholder 360">
            <a:extLst>
              <a:ext uri="{FF2B5EF4-FFF2-40B4-BE49-F238E27FC236}">
                <a16:creationId xmlns:a16="http://schemas.microsoft.com/office/drawing/2014/main" id="{54228786-C065-7CF8-8C9C-C9622BDB5F7E}"/>
              </a:ext>
            </a:extLst>
          </p:cNvPr>
          <p:cNvSpPr>
            <a:spLocks noGrp="1"/>
          </p:cNvSpPr>
          <p:nvPr>
            <p:ph type="pic" sz="quarter" idx="25"/>
          </p:nvPr>
        </p:nvSpPr>
        <p:spPr>
          <a:xfrm>
            <a:off x="3409218" y="3970677"/>
            <a:ext cx="1411061" cy="1408177"/>
          </a:xfrm>
          <a:solidFill>
            <a:schemeClr val="bg2"/>
          </a:solidFill>
        </p:spPr>
        <p:txBody>
          <a:bodyPr/>
          <a:lstStyle>
            <a:lvl1pPr>
              <a:defRPr/>
            </a:lvl1pPr>
          </a:lstStyle>
          <a:p>
            <a:r>
              <a:rPr lang="en-US"/>
              <a:t>Click icon to add picture</a:t>
            </a:r>
            <a:endParaRPr lang="en-US" dirty="0"/>
          </a:p>
        </p:txBody>
      </p:sp>
      <p:sp>
        <p:nvSpPr>
          <p:cNvPr id="9" name="Text Placeholder 4">
            <a:extLst>
              <a:ext uri="{FF2B5EF4-FFF2-40B4-BE49-F238E27FC236}">
                <a16:creationId xmlns:a16="http://schemas.microsoft.com/office/drawing/2014/main" id="{9C03BA11-280F-ED2F-8FE5-AD08B0D44816}"/>
              </a:ext>
            </a:extLst>
          </p:cNvPr>
          <p:cNvSpPr>
            <a:spLocks noGrp="1"/>
          </p:cNvSpPr>
          <p:nvPr>
            <p:ph type="body" sz="quarter" idx="26" hasCustomPrompt="1"/>
          </p:nvPr>
        </p:nvSpPr>
        <p:spPr>
          <a:xfrm>
            <a:off x="3408852" y="5396006"/>
            <a:ext cx="1412144" cy="321408"/>
          </a:xfrm>
        </p:spPr>
        <p:txBody>
          <a:bodyPr tIns="91440"/>
          <a:lstStyle>
            <a:lvl1pPr marL="0" indent="0">
              <a:buNone/>
              <a:defRPr sz="16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11" name="Picture Placeholder 360">
            <a:extLst>
              <a:ext uri="{FF2B5EF4-FFF2-40B4-BE49-F238E27FC236}">
                <a16:creationId xmlns:a16="http://schemas.microsoft.com/office/drawing/2014/main" id="{D0FFE670-33BD-AB72-DB9E-26A7E5785E56}"/>
              </a:ext>
            </a:extLst>
          </p:cNvPr>
          <p:cNvSpPr>
            <a:spLocks noGrp="1"/>
          </p:cNvSpPr>
          <p:nvPr>
            <p:ph type="pic" sz="quarter" idx="27"/>
          </p:nvPr>
        </p:nvSpPr>
        <p:spPr>
          <a:xfrm>
            <a:off x="5307816" y="3970677"/>
            <a:ext cx="1411061" cy="1408177"/>
          </a:xfrm>
          <a:solidFill>
            <a:schemeClr val="bg2"/>
          </a:solidFill>
        </p:spPr>
        <p:txBody>
          <a:bodyPr/>
          <a:lstStyle>
            <a:lvl1pPr>
              <a:defRPr/>
            </a:lvl1pPr>
          </a:lstStyle>
          <a:p>
            <a:r>
              <a:rPr lang="en-US"/>
              <a:t>Click icon to add picture</a:t>
            </a:r>
            <a:endParaRPr lang="en-US" dirty="0"/>
          </a:p>
        </p:txBody>
      </p:sp>
      <p:sp>
        <p:nvSpPr>
          <p:cNvPr id="16" name="Text Placeholder 4">
            <a:extLst>
              <a:ext uri="{FF2B5EF4-FFF2-40B4-BE49-F238E27FC236}">
                <a16:creationId xmlns:a16="http://schemas.microsoft.com/office/drawing/2014/main" id="{36FD3033-3412-943B-9B60-3555F20EAC66}"/>
              </a:ext>
            </a:extLst>
          </p:cNvPr>
          <p:cNvSpPr>
            <a:spLocks noGrp="1"/>
          </p:cNvSpPr>
          <p:nvPr>
            <p:ph type="body" sz="quarter" idx="28" hasCustomPrompt="1"/>
          </p:nvPr>
        </p:nvSpPr>
        <p:spPr>
          <a:xfrm>
            <a:off x="5307274" y="5396006"/>
            <a:ext cx="1412144" cy="321408"/>
          </a:xfrm>
        </p:spPr>
        <p:txBody>
          <a:bodyPr tIns="91440"/>
          <a:lstStyle>
            <a:lvl1pPr marL="0" indent="0">
              <a:buNone/>
              <a:defRPr sz="16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17" name="Picture Placeholder 360">
            <a:extLst>
              <a:ext uri="{FF2B5EF4-FFF2-40B4-BE49-F238E27FC236}">
                <a16:creationId xmlns:a16="http://schemas.microsoft.com/office/drawing/2014/main" id="{D90F4C59-A65F-7802-34A6-70D69C5041A5}"/>
              </a:ext>
            </a:extLst>
          </p:cNvPr>
          <p:cNvSpPr>
            <a:spLocks noGrp="1"/>
          </p:cNvSpPr>
          <p:nvPr>
            <p:ph type="pic" sz="quarter" idx="29"/>
          </p:nvPr>
        </p:nvSpPr>
        <p:spPr>
          <a:xfrm>
            <a:off x="7205711" y="3970677"/>
            <a:ext cx="1411061" cy="1408177"/>
          </a:xfrm>
          <a:solidFill>
            <a:schemeClr val="bg2"/>
          </a:solidFill>
        </p:spPr>
        <p:txBody>
          <a:bodyPr/>
          <a:lstStyle>
            <a:lvl1pPr>
              <a:defRPr/>
            </a:lvl1pPr>
          </a:lstStyle>
          <a:p>
            <a:r>
              <a:rPr lang="en-US"/>
              <a:t>Click icon to add picture</a:t>
            </a:r>
            <a:endParaRPr lang="en-US" dirty="0"/>
          </a:p>
        </p:txBody>
      </p:sp>
      <p:sp>
        <p:nvSpPr>
          <p:cNvPr id="18" name="Text Placeholder 4">
            <a:extLst>
              <a:ext uri="{FF2B5EF4-FFF2-40B4-BE49-F238E27FC236}">
                <a16:creationId xmlns:a16="http://schemas.microsoft.com/office/drawing/2014/main" id="{134846F9-F8EB-3656-08DF-03E1A00CD633}"/>
              </a:ext>
            </a:extLst>
          </p:cNvPr>
          <p:cNvSpPr>
            <a:spLocks noGrp="1"/>
          </p:cNvSpPr>
          <p:nvPr>
            <p:ph type="body" sz="quarter" idx="30" hasCustomPrompt="1"/>
          </p:nvPr>
        </p:nvSpPr>
        <p:spPr>
          <a:xfrm>
            <a:off x="7205345" y="5396006"/>
            <a:ext cx="1412144" cy="321408"/>
          </a:xfrm>
        </p:spPr>
        <p:txBody>
          <a:bodyPr tIns="91440"/>
          <a:lstStyle>
            <a:lvl1pPr marL="0" indent="0">
              <a:buNone/>
              <a:defRPr sz="16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19" name="Picture Placeholder 360">
            <a:extLst>
              <a:ext uri="{FF2B5EF4-FFF2-40B4-BE49-F238E27FC236}">
                <a16:creationId xmlns:a16="http://schemas.microsoft.com/office/drawing/2014/main" id="{9694CBBD-6AE6-ADDC-80FB-FDFA2458BCB3}"/>
              </a:ext>
            </a:extLst>
          </p:cNvPr>
          <p:cNvSpPr>
            <a:spLocks noGrp="1"/>
          </p:cNvSpPr>
          <p:nvPr>
            <p:ph type="pic" sz="quarter" idx="31"/>
          </p:nvPr>
        </p:nvSpPr>
        <p:spPr>
          <a:xfrm>
            <a:off x="9103416" y="3970677"/>
            <a:ext cx="1411061" cy="1408177"/>
          </a:xfrm>
          <a:solidFill>
            <a:schemeClr val="bg2"/>
          </a:solidFill>
        </p:spPr>
        <p:txBody>
          <a:bodyPr/>
          <a:lstStyle>
            <a:lvl1pPr>
              <a:defRPr/>
            </a:lvl1pPr>
          </a:lstStyle>
          <a:p>
            <a:r>
              <a:rPr lang="en-US"/>
              <a:t>Click icon to add picture</a:t>
            </a:r>
            <a:endParaRPr lang="en-US" dirty="0"/>
          </a:p>
        </p:txBody>
      </p:sp>
      <p:sp>
        <p:nvSpPr>
          <p:cNvPr id="20" name="Text Placeholder 4">
            <a:extLst>
              <a:ext uri="{FF2B5EF4-FFF2-40B4-BE49-F238E27FC236}">
                <a16:creationId xmlns:a16="http://schemas.microsoft.com/office/drawing/2014/main" id="{4DB0CCF3-7E0B-FACF-F244-CCF6EC2D9306}"/>
              </a:ext>
            </a:extLst>
          </p:cNvPr>
          <p:cNvSpPr>
            <a:spLocks noGrp="1"/>
          </p:cNvSpPr>
          <p:nvPr>
            <p:ph type="body" sz="quarter" idx="32" hasCustomPrompt="1"/>
          </p:nvPr>
        </p:nvSpPr>
        <p:spPr>
          <a:xfrm>
            <a:off x="9103050" y="5396006"/>
            <a:ext cx="1412144" cy="321408"/>
          </a:xfrm>
        </p:spPr>
        <p:txBody>
          <a:bodyPr tIns="91440"/>
          <a:lstStyle>
            <a:lvl1pPr marL="0" indent="0">
              <a:buNone/>
              <a:defRPr sz="16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Tree>
    <p:extLst>
      <p:ext uri="{BB962C8B-B14F-4D97-AF65-F5344CB8AC3E}">
        <p14:creationId xmlns:p14="http://schemas.microsoft.com/office/powerpoint/2010/main" val="7933756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Portrait Series">
    <p:spTree>
      <p:nvGrpSpPr>
        <p:cNvPr id="1" name=""/>
        <p:cNvGrpSpPr/>
        <p:nvPr/>
      </p:nvGrpSpPr>
      <p:grpSpPr>
        <a:xfrm>
          <a:off x="0" y="0"/>
          <a:ext cx="0" cy="0"/>
          <a:chOff x="0" y="0"/>
          <a:chExt cx="0" cy="0"/>
        </a:xfrm>
      </p:grpSpPr>
      <p:sp>
        <p:nvSpPr>
          <p:cNvPr id="12" name="Picture Placeholder 360">
            <a:extLst>
              <a:ext uri="{FF2B5EF4-FFF2-40B4-BE49-F238E27FC236}">
                <a16:creationId xmlns:a16="http://schemas.microsoft.com/office/drawing/2014/main" id="{406AFED2-ED49-1112-B21D-D2ECF913338D}"/>
              </a:ext>
            </a:extLst>
          </p:cNvPr>
          <p:cNvSpPr>
            <a:spLocks noGrp="1"/>
          </p:cNvSpPr>
          <p:nvPr>
            <p:ph type="pic" sz="quarter" idx="12"/>
          </p:nvPr>
        </p:nvSpPr>
        <p:spPr>
          <a:xfrm>
            <a:off x="314691" y="1676401"/>
            <a:ext cx="1411061" cy="1408177"/>
          </a:xfrm>
          <a:solidFill>
            <a:schemeClr val="bg2"/>
          </a:solidFill>
        </p:spPr>
        <p:txBody>
          <a:bodyPr/>
          <a:lstStyle>
            <a:lvl1pPr>
              <a:defRPr/>
            </a:lvl1pPr>
          </a:lstStyle>
          <a:p>
            <a:r>
              <a:rPr lang="en-US"/>
              <a:t>Click icon to add picture</a:t>
            </a:r>
            <a:endParaRPr lang="en-US" dirty="0"/>
          </a:p>
        </p:txBody>
      </p:sp>
      <p:sp>
        <p:nvSpPr>
          <p:cNvPr id="2" name="Title 1">
            <a:extLst>
              <a:ext uri="{FF2B5EF4-FFF2-40B4-BE49-F238E27FC236}">
                <a16:creationId xmlns:a16="http://schemas.microsoft.com/office/drawing/2014/main" id="{174EEC8D-F30D-2272-2A4E-CD93B0D75CC0}"/>
              </a:ext>
            </a:extLst>
          </p:cNvPr>
          <p:cNvSpPr>
            <a:spLocks noGrp="1"/>
          </p:cNvSpPr>
          <p:nvPr>
            <p:ph type="title" hasCustomPrompt="1"/>
          </p:nvPr>
        </p:nvSpPr>
        <p:spPr>
          <a:xfrm>
            <a:off x="314692" y="365125"/>
            <a:ext cx="11492432" cy="886397"/>
          </a:xfrm>
        </p:spPr>
        <p:txBody>
          <a:bodyPr/>
          <a:lstStyle>
            <a:lvl1pPr>
              <a:defRPr>
                <a:latin typeface="+mj-lt"/>
              </a:defRPr>
            </a:lvl1pPr>
          </a:lstStyle>
          <a:p>
            <a:r>
              <a:rPr lang="en-US" dirty="0"/>
              <a:t>One-sentence headline stating the main takeaway message</a:t>
            </a:r>
          </a:p>
        </p:txBody>
      </p:sp>
      <p:sp>
        <p:nvSpPr>
          <p:cNvPr id="5" name="Text Placeholder 4">
            <a:extLst>
              <a:ext uri="{FF2B5EF4-FFF2-40B4-BE49-F238E27FC236}">
                <a16:creationId xmlns:a16="http://schemas.microsoft.com/office/drawing/2014/main" id="{7454D37D-9760-333D-5D98-7361CD68B949}"/>
              </a:ext>
            </a:extLst>
          </p:cNvPr>
          <p:cNvSpPr>
            <a:spLocks noGrp="1"/>
          </p:cNvSpPr>
          <p:nvPr>
            <p:ph type="body" sz="quarter" idx="14" hasCustomPrompt="1"/>
          </p:nvPr>
        </p:nvSpPr>
        <p:spPr>
          <a:xfrm>
            <a:off x="314325" y="3101730"/>
            <a:ext cx="1412144" cy="321408"/>
          </a:xfrm>
        </p:spPr>
        <p:txBody>
          <a:bodyPr tIns="91440"/>
          <a:lstStyle>
            <a:lvl1pPr marL="0" indent="0">
              <a:buNone/>
              <a:defRPr sz="1600" b="0" u="none"/>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7" name="Picture Placeholder 360">
            <a:extLst>
              <a:ext uri="{FF2B5EF4-FFF2-40B4-BE49-F238E27FC236}">
                <a16:creationId xmlns:a16="http://schemas.microsoft.com/office/drawing/2014/main" id="{25194CC7-DFDD-41E3-3F16-A4BAED70D310}"/>
              </a:ext>
            </a:extLst>
          </p:cNvPr>
          <p:cNvSpPr>
            <a:spLocks noGrp="1"/>
          </p:cNvSpPr>
          <p:nvPr>
            <p:ph type="pic" sz="quarter" idx="15"/>
          </p:nvPr>
        </p:nvSpPr>
        <p:spPr>
          <a:xfrm>
            <a:off x="1991091" y="1676401"/>
            <a:ext cx="1411061" cy="1408177"/>
          </a:xfrm>
          <a:solidFill>
            <a:schemeClr val="bg2"/>
          </a:solidFill>
        </p:spPr>
        <p:txBody>
          <a:bodyPr/>
          <a:lstStyle>
            <a:lvl1pPr>
              <a:defRPr/>
            </a:lvl1pPr>
          </a:lstStyle>
          <a:p>
            <a:r>
              <a:rPr lang="en-US"/>
              <a:t>Click icon to add picture</a:t>
            </a:r>
            <a:endParaRPr lang="en-US" dirty="0"/>
          </a:p>
        </p:txBody>
      </p:sp>
      <p:sp>
        <p:nvSpPr>
          <p:cNvPr id="8" name="Text Placeholder 4">
            <a:extLst>
              <a:ext uri="{FF2B5EF4-FFF2-40B4-BE49-F238E27FC236}">
                <a16:creationId xmlns:a16="http://schemas.microsoft.com/office/drawing/2014/main" id="{259FEBC2-FFA2-F082-C0B4-490D9C6E3682}"/>
              </a:ext>
            </a:extLst>
          </p:cNvPr>
          <p:cNvSpPr>
            <a:spLocks noGrp="1"/>
          </p:cNvSpPr>
          <p:nvPr>
            <p:ph type="body" sz="quarter" idx="16" hasCustomPrompt="1"/>
          </p:nvPr>
        </p:nvSpPr>
        <p:spPr>
          <a:xfrm>
            <a:off x="1990725" y="3101730"/>
            <a:ext cx="1412144" cy="321408"/>
          </a:xfrm>
        </p:spPr>
        <p:txBody>
          <a:bodyPr tIns="91440"/>
          <a:lstStyle>
            <a:lvl1pPr marL="0" indent="0">
              <a:buNone/>
              <a:defRPr sz="1600" b="0" u="none"/>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10" name="Picture Placeholder 360">
            <a:extLst>
              <a:ext uri="{FF2B5EF4-FFF2-40B4-BE49-F238E27FC236}">
                <a16:creationId xmlns:a16="http://schemas.microsoft.com/office/drawing/2014/main" id="{9E7760E5-8579-2ACD-19F1-A979EC595A81}"/>
              </a:ext>
            </a:extLst>
          </p:cNvPr>
          <p:cNvSpPr>
            <a:spLocks noGrp="1"/>
          </p:cNvSpPr>
          <p:nvPr>
            <p:ph type="pic" sz="quarter" idx="17"/>
          </p:nvPr>
        </p:nvSpPr>
        <p:spPr>
          <a:xfrm>
            <a:off x="3667491" y="1676401"/>
            <a:ext cx="1411061" cy="1408177"/>
          </a:xfrm>
          <a:solidFill>
            <a:schemeClr val="bg2"/>
          </a:solidFill>
        </p:spPr>
        <p:txBody>
          <a:bodyPr/>
          <a:lstStyle>
            <a:lvl1pPr>
              <a:defRPr/>
            </a:lvl1pPr>
          </a:lstStyle>
          <a:p>
            <a:r>
              <a:rPr lang="en-US"/>
              <a:t>Click icon to add picture</a:t>
            </a:r>
            <a:endParaRPr lang="en-US" dirty="0"/>
          </a:p>
        </p:txBody>
      </p:sp>
      <p:sp>
        <p:nvSpPr>
          <p:cNvPr id="13" name="Text Placeholder 4">
            <a:extLst>
              <a:ext uri="{FF2B5EF4-FFF2-40B4-BE49-F238E27FC236}">
                <a16:creationId xmlns:a16="http://schemas.microsoft.com/office/drawing/2014/main" id="{121DEBE6-249D-E1B1-4B52-A019B44949CF}"/>
              </a:ext>
            </a:extLst>
          </p:cNvPr>
          <p:cNvSpPr>
            <a:spLocks noGrp="1"/>
          </p:cNvSpPr>
          <p:nvPr>
            <p:ph type="body" sz="quarter" idx="18" hasCustomPrompt="1"/>
          </p:nvPr>
        </p:nvSpPr>
        <p:spPr>
          <a:xfrm>
            <a:off x="3667125" y="3101730"/>
            <a:ext cx="1412144" cy="321408"/>
          </a:xfrm>
        </p:spPr>
        <p:txBody>
          <a:bodyPr tIns="91440"/>
          <a:lstStyle>
            <a:lvl1pPr marL="0" indent="0">
              <a:buNone/>
              <a:defRPr sz="1600" b="0" u="none"/>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14" name="Picture Placeholder 360">
            <a:extLst>
              <a:ext uri="{FF2B5EF4-FFF2-40B4-BE49-F238E27FC236}">
                <a16:creationId xmlns:a16="http://schemas.microsoft.com/office/drawing/2014/main" id="{EB7AC011-2F57-EC56-91F9-A965565A4061}"/>
              </a:ext>
            </a:extLst>
          </p:cNvPr>
          <p:cNvSpPr>
            <a:spLocks noGrp="1"/>
          </p:cNvSpPr>
          <p:nvPr>
            <p:ph type="pic" sz="quarter" idx="19"/>
          </p:nvPr>
        </p:nvSpPr>
        <p:spPr>
          <a:xfrm>
            <a:off x="5343891" y="1676401"/>
            <a:ext cx="1411061" cy="1408177"/>
          </a:xfrm>
          <a:solidFill>
            <a:schemeClr val="bg2"/>
          </a:solidFill>
        </p:spPr>
        <p:txBody>
          <a:bodyPr/>
          <a:lstStyle>
            <a:lvl1pPr>
              <a:defRPr/>
            </a:lvl1pPr>
          </a:lstStyle>
          <a:p>
            <a:r>
              <a:rPr lang="en-US"/>
              <a:t>Click icon to add picture</a:t>
            </a:r>
            <a:endParaRPr lang="en-US" dirty="0"/>
          </a:p>
        </p:txBody>
      </p:sp>
      <p:sp>
        <p:nvSpPr>
          <p:cNvPr id="15" name="Text Placeholder 4">
            <a:extLst>
              <a:ext uri="{FF2B5EF4-FFF2-40B4-BE49-F238E27FC236}">
                <a16:creationId xmlns:a16="http://schemas.microsoft.com/office/drawing/2014/main" id="{D59762E5-F688-DBA8-4C37-B3A3C58F18B9}"/>
              </a:ext>
            </a:extLst>
          </p:cNvPr>
          <p:cNvSpPr>
            <a:spLocks noGrp="1"/>
          </p:cNvSpPr>
          <p:nvPr>
            <p:ph type="body" sz="quarter" idx="20" hasCustomPrompt="1"/>
          </p:nvPr>
        </p:nvSpPr>
        <p:spPr>
          <a:xfrm>
            <a:off x="5343525" y="3101730"/>
            <a:ext cx="1412144" cy="321408"/>
          </a:xfrm>
        </p:spPr>
        <p:txBody>
          <a:bodyPr tIns="91440"/>
          <a:lstStyle>
            <a:lvl1pPr marL="0" indent="0">
              <a:buNone/>
              <a:defRPr sz="1600" b="0" u="none"/>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24" name="Picture Placeholder 360">
            <a:extLst>
              <a:ext uri="{FF2B5EF4-FFF2-40B4-BE49-F238E27FC236}">
                <a16:creationId xmlns:a16="http://schemas.microsoft.com/office/drawing/2014/main" id="{8A47F1D3-73AD-F467-48EE-D2074775291F}"/>
              </a:ext>
            </a:extLst>
          </p:cNvPr>
          <p:cNvSpPr>
            <a:spLocks noGrp="1"/>
          </p:cNvSpPr>
          <p:nvPr>
            <p:ph type="pic" sz="quarter" idx="21"/>
          </p:nvPr>
        </p:nvSpPr>
        <p:spPr>
          <a:xfrm>
            <a:off x="7020291" y="1676401"/>
            <a:ext cx="1411061" cy="1408177"/>
          </a:xfrm>
          <a:solidFill>
            <a:schemeClr val="bg2"/>
          </a:solidFill>
        </p:spPr>
        <p:txBody>
          <a:bodyPr/>
          <a:lstStyle>
            <a:lvl1pPr>
              <a:defRPr/>
            </a:lvl1pPr>
          </a:lstStyle>
          <a:p>
            <a:r>
              <a:rPr lang="en-US"/>
              <a:t>Click icon to add picture</a:t>
            </a:r>
            <a:endParaRPr lang="en-US" dirty="0"/>
          </a:p>
        </p:txBody>
      </p:sp>
      <p:sp>
        <p:nvSpPr>
          <p:cNvPr id="26" name="Text Placeholder 4">
            <a:extLst>
              <a:ext uri="{FF2B5EF4-FFF2-40B4-BE49-F238E27FC236}">
                <a16:creationId xmlns:a16="http://schemas.microsoft.com/office/drawing/2014/main" id="{B4A73141-DACC-B694-EAA5-D499AAA41AA2}"/>
              </a:ext>
            </a:extLst>
          </p:cNvPr>
          <p:cNvSpPr>
            <a:spLocks noGrp="1"/>
          </p:cNvSpPr>
          <p:nvPr>
            <p:ph type="body" sz="quarter" idx="22" hasCustomPrompt="1"/>
          </p:nvPr>
        </p:nvSpPr>
        <p:spPr>
          <a:xfrm>
            <a:off x="7019925" y="3101730"/>
            <a:ext cx="1412144" cy="321408"/>
          </a:xfrm>
        </p:spPr>
        <p:txBody>
          <a:bodyPr tIns="91440"/>
          <a:lstStyle>
            <a:lvl1pPr marL="0" indent="0">
              <a:buNone/>
              <a:defRPr sz="1600" b="0" u="none"/>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27" name="Picture Placeholder 360">
            <a:extLst>
              <a:ext uri="{FF2B5EF4-FFF2-40B4-BE49-F238E27FC236}">
                <a16:creationId xmlns:a16="http://schemas.microsoft.com/office/drawing/2014/main" id="{7EDA5855-F73F-935A-1566-720D38EC07DF}"/>
              </a:ext>
            </a:extLst>
          </p:cNvPr>
          <p:cNvSpPr>
            <a:spLocks noGrp="1"/>
          </p:cNvSpPr>
          <p:nvPr>
            <p:ph type="pic" sz="quarter" idx="23"/>
          </p:nvPr>
        </p:nvSpPr>
        <p:spPr>
          <a:xfrm>
            <a:off x="8696325" y="1676401"/>
            <a:ext cx="1411061" cy="1408177"/>
          </a:xfrm>
          <a:solidFill>
            <a:schemeClr val="bg2"/>
          </a:solidFill>
        </p:spPr>
        <p:txBody>
          <a:bodyPr/>
          <a:lstStyle>
            <a:lvl1pPr>
              <a:defRPr/>
            </a:lvl1pPr>
          </a:lstStyle>
          <a:p>
            <a:r>
              <a:rPr lang="en-US"/>
              <a:t>Click icon to add picture</a:t>
            </a:r>
            <a:endParaRPr lang="en-US" dirty="0"/>
          </a:p>
        </p:txBody>
      </p:sp>
      <p:sp>
        <p:nvSpPr>
          <p:cNvPr id="28" name="Text Placeholder 4">
            <a:extLst>
              <a:ext uri="{FF2B5EF4-FFF2-40B4-BE49-F238E27FC236}">
                <a16:creationId xmlns:a16="http://schemas.microsoft.com/office/drawing/2014/main" id="{CA7A6897-50BB-69EA-CE0D-8428224909F6}"/>
              </a:ext>
            </a:extLst>
          </p:cNvPr>
          <p:cNvSpPr>
            <a:spLocks noGrp="1"/>
          </p:cNvSpPr>
          <p:nvPr>
            <p:ph type="body" sz="quarter" idx="24" hasCustomPrompt="1"/>
          </p:nvPr>
        </p:nvSpPr>
        <p:spPr>
          <a:xfrm>
            <a:off x="8695959" y="3101730"/>
            <a:ext cx="1412144" cy="321408"/>
          </a:xfrm>
        </p:spPr>
        <p:txBody>
          <a:bodyPr tIns="91440"/>
          <a:lstStyle>
            <a:lvl1pPr marL="0" indent="0">
              <a:buNone/>
              <a:defRPr sz="1600" b="0" u="none"/>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29" name="Picture Placeholder 360">
            <a:extLst>
              <a:ext uri="{FF2B5EF4-FFF2-40B4-BE49-F238E27FC236}">
                <a16:creationId xmlns:a16="http://schemas.microsoft.com/office/drawing/2014/main" id="{D09EF4CE-B526-1CEA-9EDD-34A61A70EE7C}"/>
              </a:ext>
            </a:extLst>
          </p:cNvPr>
          <p:cNvSpPr>
            <a:spLocks noGrp="1"/>
          </p:cNvSpPr>
          <p:nvPr>
            <p:ph type="pic" sz="quarter" idx="25"/>
          </p:nvPr>
        </p:nvSpPr>
        <p:spPr>
          <a:xfrm>
            <a:off x="10371993" y="1676401"/>
            <a:ext cx="1411061" cy="1408177"/>
          </a:xfrm>
          <a:solidFill>
            <a:schemeClr val="bg2"/>
          </a:solidFill>
        </p:spPr>
        <p:txBody>
          <a:bodyPr/>
          <a:lstStyle>
            <a:lvl1pPr>
              <a:defRPr/>
            </a:lvl1pPr>
          </a:lstStyle>
          <a:p>
            <a:r>
              <a:rPr lang="en-US"/>
              <a:t>Click icon to add picture</a:t>
            </a:r>
            <a:endParaRPr lang="en-US" dirty="0"/>
          </a:p>
        </p:txBody>
      </p:sp>
      <p:sp>
        <p:nvSpPr>
          <p:cNvPr id="30" name="Text Placeholder 4">
            <a:extLst>
              <a:ext uri="{FF2B5EF4-FFF2-40B4-BE49-F238E27FC236}">
                <a16:creationId xmlns:a16="http://schemas.microsoft.com/office/drawing/2014/main" id="{993FC27B-1624-B783-DF96-5521C31FB6AD}"/>
              </a:ext>
            </a:extLst>
          </p:cNvPr>
          <p:cNvSpPr>
            <a:spLocks noGrp="1"/>
          </p:cNvSpPr>
          <p:nvPr>
            <p:ph type="body" sz="quarter" idx="26" hasCustomPrompt="1"/>
          </p:nvPr>
        </p:nvSpPr>
        <p:spPr>
          <a:xfrm>
            <a:off x="10371627" y="3101730"/>
            <a:ext cx="1412144" cy="321408"/>
          </a:xfrm>
        </p:spPr>
        <p:txBody>
          <a:bodyPr tIns="91440"/>
          <a:lstStyle>
            <a:lvl1pPr marL="0" indent="0">
              <a:buNone/>
              <a:defRPr sz="1600" b="0" u="none"/>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31" name="Picture Placeholder 360">
            <a:extLst>
              <a:ext uri="{FF2B5EF4-FFF2-40B4-BE49-F238E27FC236}">
                <a16:creationId xmlns:a16="http://schemas.microsoft.com/office/drawing/2014/main" id="{5A8BA158-C0D0-7A81-D0D2-8428A63A3D75}"/>
              </a:ext>
            </a:extLst>
          </p:cNvPr>
          <p:cNvSpPr>
            <a:spLocks noGrp="1"/>
          </p:cNvSpPr>
          <p:nvPr>
            <p:ph type="pic" sz="quarter" idx="27"/>
          </p:nvPr>
        </p:nvSpPr>
        <p:spPr>
          <a:xfrm>
            <a:off x="317151" y="3962401"/>
            <a:ext cx="1411061" cy="1408177"/>
          </a:xfrm>
          <a:solidFill>
            <a:schemeClr val="bg2"/>
          </a:solidFill>
        </p:spPr>
        <p:txBody>
          <a:bodyPr/>
          <a:lstStyle>
            <a:lvl1pPr>
              <a:defRPr/>
            </a:lvl1pPr>
          </a:lstStyle>
          <a:p>
            <a:r>
              <a:rPr lang="en-US"/>
              <a:t>Click icon to add picture</a:t>
            </a:r>
            <a:endParaRPr lang="en-US" dirty="0"/>
          </a:p>
        </p:txBody>
      </p:sp>
      <p:sp>
        <p:nvSpPr>
          <p:cNvPr id="32" name="Text Placeholder 4">
            <a:extLst>
              <a:ext uri="{FF2B5EF4-FFF2-40B4-BE49-F238E27FC236}">
                <a16:creationId xmlns:a16="http://schemas.microsoft.com/office/drawing/2014/main" id="{39D4BA50-34B9-66B8-EAF5-82AF534969D1}"/>
              </a:ext>
            </a:extLst>
          </p:cNvPr>
          <p:cNvSpPr>
            <a:spLocks noGrp="1"/>
          </p:cNvSpPr>
          <p:nvPr>
            <p:ph type="body" sz="quarter" idx="28" hasCustomPrompt="1"/>
          </p:nvPr>
        </p:nvSpPr>
        <p:spPr>
          <a:xfrm>
            <a:off x="316785" y="5387730"/>
            <a:ext cx="1412144" cy="321408"/>
          </a:xfrm>
        </p:spPr>
        <p:txBody>
          <a:bodyPr tIns="91440"/>
          <a:lstStyle>
            <a:lvl1pPr marL="0" indent="0">
              <a:buNone/>
              <a:defRPr sz="1600" b="0" u="none"/>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33" name="Picture Placeholder 360">
            <a:extLst>
              <a:ext uri="{FF2B5EF4-FFF2-40B4-BE49-F238E27FC236}">
                <a16:creationId xmlns:a16="http://schemas.microsoft.com/office/drawing/2014/main" id="{9764F327-567A-B4BD-324B-5E6E4A38AE8A}"/>
              </a:ext>
            </a:extLst>
          </p:cNvPr>
          <p:cNvSpPr>
            <a:spLocks noGrp="1"/>
          </p:cNvSpPr>
          <p:nvPr>
            <p:ph type="pic" sz="quarter" idx="29"/>
          </p:nvPr>
        </p:nvSpPr>
        <p:spPr>
          <a:xfrm>
            <a:off x="1993551" y="3962401"/>
            <a:ext cx="1411061" cy="1408177"/>
          </a:xfrm>
          <a:solidFill>
            <a:schemeClr val="bg2"/>
          </a:solidFill>
        </p:spPr>
        <p:txBody>
          <a:bodyPr/>
          <a:lstStyle>
            <a:lvl1pPr>
              <a:defRPr/>
            </a:lvl1pPr>
          </a:lstStyle>
          <a:p>
            <a:r>
              <a:rPr lang="en-US"/>
              <a:t>Click icon to add picture</a:t>
            </a:r>
            <a:endParaRPr lang="en-US" dirty="0"/>
          </a:p>
        </p:txBody>
      </p:sp>
      <p:sp>
        <p:nvSpPr>
          <p:cNvPr id="34" name="Text Placeholder 4">
            <a:extLst>
              <a:ext uri="{FF2B5EF4-FFF2-40B4-BE49-F238E27FC236}">
                <a16:creationId xmlns:a16="http://schemas.microsoft.com/office/drawing/2014/main" id="{81407771-83D8-01C3-0563-CE45ADD67E2A}"/>
              </a:ext>
            </a:extLst>
          </p:cNvPr>
          <p:cNvSpPr>
            <a:spLocks noGrp="1"/>
          </p:cNvSpPr>
          <p:nvPr>
            <p:ph type="body" sz="quarter" idx="30" hasCustomPrompt="1"/>
          </p:nvPr>
        </p:nvSpPr>
        <p:spPr>
          <a:xfrm>
            <a:off x="1993185" y="5387730"/>
            <a:ext cx="1412144" cy="321408"/>
          </a:xfrm>
        </p:spPr>
        <p:txBody>
          <a:bodyPr tIns="91440"/>
          <a:lstStyle>
            <a:lvl1pPr marL="0" indent="0">
              <a:buNone/>
              <a:defRPr sz="1600" b="0" u="none"/>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35" name="Picture Placeholder 360">
            <a:extLst>
              <a:ext uri="{FF2B5EF4-FFF2-40B4-BE49-F238E27FC236}">
                <a16:creationId xmlns:a16="http://schemas.microsoft.com/office/drawing/2014/main" id="{053F6908-A1A4-51D5-C068-74AE8BBE8575}"/>
              </a:ext>
            </a:extLst>
          </p:cNvPr>
          <p:cNvSpPr>
            <a:spLocks noGrp="1"/>
          </p:cNvSpPr>
          <p:nvPr>
            <p:ph type="pic" sz="quarter" idx="31"/>
          </p:nvPr>
        </p:nvSpPr>
        <p:spPr>
          <a:xfrm>
            <a:off x="3669951" y="3962401"/>
            <a:ext cx="1411061" cy="1408177"/>
          </a:xfrm>
          <a:solidFill>
            <a:schemeClr val="bg2"/>
          </a:solidFill>
        </p:spPr>
        <p:txBody>
          <a:bodyPr/>
          <a:lstStyle>
            <a:lvl1pPr>
              <a:defRPr/>
            </a:lvl1pPr>
          </a:lstStyle>
          <a:p>
            <a:r>
              <a:rPr lang="en-US"/>
              <a:t>Click icon to add picture</a:t>
            </a:r>
            <a:endParaRPr lang="en-US" dirty="0"/>
          </a:p>
        </p:txBody>
      </p:sp>
      <p:sp>
        <p:nvSpPr>
          <p:cNvPr id="36" name="Text Placeholder 4">
            <a:extLst>
              <a:ext uri="{FF2B5EF4-FFF2-40B4-BE49-F238E27FC236}">
                <a16:creationId xmlns:a16="http://schemas.microsoft.com/office/drawing/2014/main" id="{0159B219-D993-9F5C-A25E-271704131301}"/>
              </a:ext>
            </a:extLst>
          </p:cNvPr>
          <p:cNvSpPr>
            <a:spLocks noGrp="1"/>
          </p:cNvSpPr>
          <p:nvPr>
            <p:ph type="body" sz="quarter" idx="32" hasCustomPrompt="1"/>
          </p:nvPr>
        </p:nvSpPr>
        <p:spPr>
          <a:xfrm>
            <a:off x="3669585" y="5387730"/>
            <a:ext cx="1412144" cy="321408"/>
          </a:xfrm>
        </p:spPr>
        <p:txBody>
          <a:bodyPr tIns="91440"/>
          <a:lstStyle>
            <a:lvl1pPr marL="0" indent="0">
              <a:buNone/>
              <a:defRPr sz="1600" b="0" u="none"/>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37" name="Picture Placeholder 360">
            <a:extLst>
              <a:ext uri="{FF2B5EF4-FFF2-40B4-BE49-F238E27FC236}">
                <a16:creationId xmlns:a16="http://schemas.microsoft.com/office/drawing/2014/main" id="{3B1CFCF1-1BBA-A77B-07C5-CE89C6D37D8E}"/>
              </a:ext>
            </a:extLst>
          </p:cNvPr>
          <p:cNvSpPr>
            <a:spLocks noGrp="1"/>
          </p:cNvSpPr>
          <p:nvPr>
            <p:ph type="pic" sz="quarter" idx="33"/>
          </p:nvPr>
        </p:nvSpPr>
        <p:spPr>
          <a:xfrm>
            <a:off x="5346351" y="3962401"/>
            <a:ext cx="1411061" cy="1408177"/>
          </a:xfrm>
          <a:solidFill>
            <a:schemeClr val="bg2"/>
          </a:solidFill>
        </p:spPr>
        <p:txBody>
          <a:bodyPr/>
          <a:lstStyle>
            <a:lvl1pPr>
              <a:defRPr/>
            </a:lvl1pPr>
          </a:lstStyle>
          <a:p>
            <a:r>
              <a:rPr lang="en-US"/>
              <a:t>Click icon to add picture</a:t>
            </a:r>
            <a:endParaRPr lang="en-US" dirty="0"/>
          </a:p>
        </p:txBody>
      </p:sp>
      <p:sp>
        <p:nvSpPr>
          <p:cNvPr id="38" name="Text Placeholder 4">
            <a:extLst>
              <a:ext uri="{FF2B5EF4-FFF2-40B4-BE49-F238E27FC236}">
                <a16:creationId xmlns:a16="http://schemas.microsoft.com/office/drawing/2014/main" id="{924D5DB3-FDA3-34E1-683B-AF880C6B5647}"/>
              </a:ext>
            </a:extLst>
          </p:cNvPr>
          <p:cNvSpPr>
            <a:spLocks noGrp="1"/>
          </p:cNvSpPr>
          <p:nvPr>
            <p:ph type="body" sz="quarter" idx="34" hasCustomPrompt="1"/>
          </p:nvPr>
        </p:nvSpPr>
        <p:spPr>
          <a:xfrm>
            <a:off x="5345985" y="5387730"/>
            <a:ext cx="1412144" cy="321408"/>
          </a:xfrm>
        </p:spPr>
        <p:txBody>
          <a:bodyPr tIns="91440"/>
          <a:lstStyle>
            <a:lvl1pPr marL="0" indent="0">
              <a:buNone/>
              <a:defRPr sz="1600" b="0" u="none"/>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39" name="Picture Placeholder 360">
            <a:extLst>
              <a:ext uri="{FF2B5EF4-FFF2-40B4-BE49-F238E27FC236}">
                <a16:creationId xmlns:a16="http://schemas.microsoft.com/office/drawing/2014/main" id="{CD18FDA3-0BAD-70CF-4A1C-E0AC365F43EC}"/>
              </a:ext>
            </a:extLst>
          </p:cNvPr>
          <p:cNvSpPr>
            <a:spLocks noGrp="1"/>
          </p:cNvSpPr>
          <p:nvPr>
            <p:ph type="pic" sz="quarter" idx="35"/>
          </p:nvPr>
        </p:nvSpPr>
        <p:spPr>
          <a:xfrm>
            <a:off x="7022751" y="3962401"/>
            <a:ext cx="1411061" cy="1408177"/>
          </a:xfrm>
          <a:solidFill>
            <a:schemeClr val="bg2"/>
          </a:solidFill>
        </p:spPr>
        <p:txBody>
          <a:bodyPr/>
          <a:lstStyle>
            <a:lvl1pPr>
              <a:defRPr/>
            </a:lvl1pPr>
          </a:lstStyle>
          <a:p>
            <a:r>
              <a:rPr lang="en-US"/>
              <a:t>Click icon to add picture</a:t>
            </a:r>
            <a:endParaRPr lang="en-US" dirty="0"/>
          </a:p>
        </p:txBody>
      </p:sp>
      <p:sp>
        <p:nvSpPr>
          <p:cNvPr id="40" name="Text Placeholder 4">
            <a:extLst>
              <a:ext uri="{FF2B5EF4-FFF2-40B4-BE49-F238E27FC236}">
                <a16:creationId xmlns:a16="http://schemas.microsoft.com/office/drawing/2014/main" id="{BC7D472D-B446-D4C9-7FEA-8337576DA47E}"/>
              </a:ext>
            </a:extLst>
          </p:cNvPr>
          <p:cNvSpPr>
            <a:spLocks noGrp="1"/>
          </p:cNvSpPr>
          <p:nvPr>
            <p:ph type="body" sz="quarter" idx="36" hasCustomPrompt="1"/>
          </p:nvPr>
        </p:nvSpPr>
        <p:spPr>
          <a:xfrm>
            <a:off x="7022385" y="5387730"/>
            <a:ext cx="1412144" cy="321408"/>
          </a:xfrm>
        </p:spPr>
        <p:txBody>
          <a:bodyPr tIns="91440"/>
          <a:lstStyle>
            <a:lvl1pPr marL="0" indent="0">
              <a:buNone/>
              <a:defRPr sz="1600" b="0" u="none"/>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41" name="Picture Placeholder 360">
            <a:extLst>
              <a:ext uri="{FF2B5EF4-FFF2-40B4-BE49-F238E27FC236}">
                <a16:creationId xmlns:a16="http://schemas.microsoft.com/office/drawing/2014/main" id="{00CD14FC-B345-724A-1702-9ECB7309E7BA}"/>
              </a:ext>
            </a:extLst>
          </p:cNvPr>
          <p:cNvSpPr>
            <a:spLocks noGrp="1"/>
          </p:cNvSpPr>
          <p:nvPr>
            <p:ph type="pic" sz="quarter" idx="37"/>
          </p:nvPr>
        </p:nvSpPr>
        <p:spPr>
          <a:xfrm>
            <a:off x="8698785" y="3962401"/>
            <a:ext cx="1411061" cy="1408177"/>
          </a:xfrm>
          <a:solidFill>
            <a:schemeClr val="bg2"/>
          </a:solidFill>
        </p:spPr>
        <p:txBody>
          <a:bodyPr/>
          <a:lstStyle>
            <a:lvl1pPr>
              <a:defRPr/>
            </a:lvl1pPr>
          </a:lstStyle>
          <a:p>
            <a:r>
              <a:rPr lang="en-US"/>
              <a:t>Click icon to add picture</a:t>
            </a:r>
            <a:endParaRPr lang="en-US" dirty="0"/>
          </a:p>
        </p:txBody>
      </p:sp>
      <p:sp>
        <p:nvSpPr>
          <p:cNvPr id="42" name="Text Placeholder 4">
            <a:extLst>
              <a:ext uri="{FF2B5EF4-FFF2-40B4-BE49-F238E27FC236}">
                <a16:creationId xmlns:a16="http://schemas.microsoft.com/office/drawing/2014/main" id="{A39A6918-941C-CFDA-46B7-7B3F5821B260}"/>
              </a:ext>
            </a:extLst>
          </p:cNvPr>
          <p:cNvSpPr>
            <a:spLocks noGrp="1"/>
          </p:cNvSpPr>
          <p:nvPr>
            <p:ph type="body" sz="quarter" idx="38" hasCustomPrompt="1"/>
          </p:nvPr>
        </p:nvSpPr>
        <p:spPr>
          <a:xfrm>
            <a:off x="8698419" y="5387730"/>
            <a:ext cx="1412144" cy="321408"/>
          </a:xfrm>
        </p:spPr>
        <p:txBody>
          <a:bodyPr tIns="91440"/>
          <a:lstStyle>
            <a:lvl1pPr marL="0" indent="0">
              <a:buNone/>
              <a:defRPr sz="1600" b="0" u="none"/>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
        <p:nvSpPr>
          <p:cNvPr id="43" name="Picture Placeholder 360">
            <a:extLst>
              <a:ext uri="{FF2B5EF4-FFF2-40B4-BE49-F238E27FC236}">
                <a16:creationId xmlns:a16="http://schemas.microsoft.com/office/drawing/2014/main" id="{13F06704-FC82-77D6-CD12-259FDE55A8D4}"/>
              </a:ext>
            </a:extLst>
          </p:cNvPr>
          <p:cNvSpPr>
            <a:spLocks noGrp="1"/>
          </p:cNvSpPr>
          <p:nvPr>
            <p:ph type="pic" sz="quarter" idx="39"/>
          </p:nvPr>
        </p:nvSpPr>
        <p:spPr>
          <a:xfrm>
            <a:off x="10374453" y="3962401"/>
            <a:ext cx="1411061" cy="1408177"/>
          </a:xfrm>
          <a:solidFill>
            <a:schemeClr val="bg2"/>
          </a:solidFill>
        </p:spPr>
        <p:txBody>
          <a:bodyPr/>
          <a:lstStyle>
            <a:lvl1pPr>
              <a:defRPr/>
            </a:lvl1pPr>
          </a:lstStyle>
          <a:p>
            <a:r>
              <a:rPr lang="en-US"/>
              <a:t>Click icon to add picture</a:t>
            </a:r>
            <a:endParaRPr lang="en-US" dirty="0"/>
          </a:p>
        </p:txBody>
      </p:sp>
      <p:sp>
        <p:nvSpPr>
          <p:cNvPr id="44" name="Text Placeholder 4">
            <a:extLst>
              <a:ext uri="{FF2B5EF4-FFF2-40B4-BE49-F238E27FC236}">
                <a16:creationId xmlns:a16="http://schemas.microsoft.com/office/drawing/2014/main" id="{DAE33098-4EF0-1E1A-7F23-76F0D50AACBE}"/>
              </a:ext>
            </a:extLst>
          </p:cNvPr>
          <p:cNvSpPr>
            <a:spLocks noGrp="1"/>
          </p:cNvSpPr>
          <p:nvPr>
            <p:ph type="body" sz="quarter" idx="40" hasCustomPrompt="1"/>
          </p:nvPr>
        </p:nvSpPr>
        <p:spPr>
          <a:xfrm>
            <a:off x="10374087" y="5387730"/>
            <a:ext cx="1412144" cy="321408"/>
          </a:xfrm>
        </p:spPr>
        <p:txBody>
          <a:bodyPr tIns="91440"/>
          <a:lstStyle>
            <a:lvl1pPr marL="0" indent="0">
              <a:buNone/>
              <a:defRPr sz="1600" b="0" u="none"/>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US" dirty="0"/>
              <a:t>First Name, Last Name</a:t>
            </a:r>
          </a:p>
        </p:txBody>
      </p:sp>
    </p:spTree>
    <p:extLst>
      <p:ext uri="{BB962C8B-B14F-4D97-AF65-F5344CB8AC3E}">
        <p14:creationId xmlns:p14="http://schemas.microsoft.com/office/powerpoint/2010/main" val="38648840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clusion | Aerial">
    <p:spTree>
      <p:nvGrpSpPr>
        <p:cNvPr id="1" name=""/>
        <p:cNvGrpSpPr/>
        <p:nvPr/>
      </p:nvGrpSpPr>
      <p:grpSpPr>
        <a:xfrm>
          <a:off x="0" y="0"/>
          <a:ext cx="0" cy="0"/>
          <a:chOff x="0" y="0"/>
          <a:chExt cx="0" cy="0"/>
        </a:xfrm>
      </p:grpSpPr>
      <p:pic>
        <p:nvPicPr>
          <p:cNvPr id="4" name="Picture 3" descr="2023-P05692: Jaimee edited &#10;&#10;Drone Mission - Aerial of ORNL East Campus facing west. May 9, 2023.&#10;">
            <a:extLst>
              <a:ext uri="{FF2B5EF4-FFF2-40B4-BE49-F238E27FC236}">
                <a16:creationId xmlns:a16="http://schemas.microsoft.com/office/drawing/2014/main" id="{29026065-7CE6-26BF-5E11-E2573F33EFA6}"/>
              </a:ext>
            </a:extLst>
          </p:cNvPr>
          <p:cNvPicPr>
            <a:picLocks noChangeAspect="1"/>
          </p:cNvPicPr>
          <p:nvPr userDrawn="1"/>
        </p:nvPicPr>
        <p:blipFill>
          <a:blip r:embed="rId2"/>
          <a:srcRect t="9089" b="20607"/>
          <a:stretch>
            <a:fillRect/>
          </a:stretch>
        </p:blipFill>
        <p:spPr>
          <a:xfrm>
            <a:off x="0" y="414"/>
            <a:ext cx="12192000" cy="6857172"/>
          </a:xfrm>
          <a:prstGeom prst="rect">
            <a:avLst/>
          </a:prstGeom>
        </p:spPr>
      </p:pic>
      <p:sp>
        <p:nvSpPr>
          <p:cNvPr id="2" name="Title 1">
            <a:extLst>
              <a:ext uri="{FF2B5EF4-FFF2-40B4-BE49-F238E27FC236}">
                <a16:creationId xmlns:a16="http://schemas.microsoft.com/office/drawing/2014/main" id="{627FB722-2E40-971C-7B7A-5663B28FCDB7}"/>
              </a:ext>
            </a:extLst>
          </p:cNvPr>
          <p:cNvSpPr>
            <a:spLocks noGrp="1"/>
          </p:cNvSpPr>
          <p:nvPr>
            <p:ph type="ctrTitle" hasCustomPrompt="1"/>
          </p:nvPr>
        </p:nvSpPr>
        <p:spPr>
          <a:xfrm>
            <a:off x="55388" y="2258209"/>
            <a:ext cx="12081224" cy="664797"/>
          </a:xfrm>
        </p:spPr>
        <p:txBody>
          <a:bodyPr anchor="t" anchorCtr="0">
            <a:noAutofit/>
          </a:bodyPr>
          <a:lstStyle>
            <a:lvl1pPr algn="ctr">
              <a:spcBef>
                <a:spcPts val="1200"/>
              </a:spcBef>
              <a:spcAft>
                <a:spcPts val="60"/>
              </a:spcAft>
              <a:defRPr sz="4800" b="1">
                <a:solidFill>
                  <a:schemeClr val="tx1"/>
                </a:solidFill>
                <a:latin typeface="+mj-lt"/>
              </a:defRPr>
            </a:lvl1pPr>
          </a:lstStyle>
          <a:p>
            <a:r>
              <a:rPr lang="en-US" dirty="0"/>
              <a:t>One-sentence statement</a:t>
            </a:r>
          </a:p>
        </p:txBody>
      </p:sp>
      <p:sp>
        <p:nvSpPr>
          <p:cNvPr id="3" name="Subtitle 2">
            <a:extLst>
              <a:ext uri="{FF2B5EF4-FFF2-40B4-BE49-F238E27FC236}">
                <a16:creationId xmlns:a16="http://schemas.microsoft.com/office/drawing/2014/main" id="{34CCE055-46B1-6279-21B5-27B8352AB9EC}"/>
              </a:ext>
            </a:extLst>
          </p:cNvPr>
          <p:cNvSpPr>
            <a:spLocks noGrp="1"/>
          </p:cNvSpPr>
          <p:nvPr>
            <p:ph type="subTitle" idx="1" hasCustomPrompt="1"/>
          </p:nvPr>
        </p:nvSpPr>
        <p:spPr>
          <a:xfrm>
            <a:off x="64437" y="2922742"/>
            <a:ext cx="12063127" cy="397032"/>
          </a:xfrm>
        </p:spPr>
        <p:txBody>
          <a:bodyPr tIns="91440" anchor="t" anchorCtr="0">
            <a:noAutofit/>
          </a:bodyPr>
          <a:lstStyle>
            <a:lvl1pPr marL="0" indent="0" algn="ctr">
              <a:spcBef>
                <a:spcPts val="1200"/>
              </a:spcBef>
              <a:spcAft>
                <a:spcPts val="60"/>
              </a:spcAft>
              <a:buNone/>
              <a:defRPr sz="2200" b="1" spc="30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PLACE CONTENT HERE</a:t>
            </a:r>
          </a:p>
        </p:txBody>
      </p:sp>
      <p:sp>
        <p:nvSpPr>
          <p:cNvPr id="8" name="Rectangle 7">
            <a:extLst>
              <a:ext uri="{FF2B5EF4-FFF2-40B4-BE49-F238E27FC236}">
                <a16:creationId xmlns:a16="http://schemas.microsoft.com/office/drawing/2014/main" id="{C565AA18-2C89-EB56-1919-13EF35EFFBC8}"/>
              </a:ext>
            </a:extLst>
          </p:cNvPr>
          <p:cNvSpPr/>
          <p:nvPr userDrawn="1"/>
        </p:nvSpPr>
        <p:spPr>
          <a:xfrm>
            <a:off x="5668818" y="3468601"/>
            <a:ext cx="854364" cy="7191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Light" panose="020B0004020202020204" pitchFamily="34" charset="0"/>
            </a:endParaRPr>
          </a:p>
        </p:txBody>
      </p:sp>
    </p:spTree>
    <p:extLst>
      <p:ext uri="{BB962C8B-B14F-4D97-AF65-F5344CB8AC3E}">
        <p14:creationId xmlns:p14="http://schemas.microsoft.com/office/powerpoint/2010/main" val="27790787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clusion | Hexagon">
    <p:spTree>
      <p:nvGrpSpPr>
        <p:cNvPr id="1" name=""/>
        <p:cNvGrpSpPr/>
        <p:nvPr/>
      </p:nvGrpSpPr>
      <p:grpSpPr>
        <a:xfrm>
          <a:off x="0" y="0"/>
          <a:ext cx="0" cy="0"/>
          <a:chOff x="0" y="0"/>
          <a:chExt cx="0" cy="0"/>
        </a:xfrm>
      </p:grpSpPr>
      <p:pic>
        <p:nvPicPr>
          <p:cNvPr id="286" name="Graphic 285">
            <a:extLst>
              <a:ext uri="{FF2B5EF4-FFF2-40B4-BE49-F238E27FC236}">
                <a16:creationId xmlns:a16="http://schemas.microsoft.com/office/drawing/2014/main" id="{4013C738-DD97-6098-5C6E-69C6DA8745C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B71230B-9536-B5A5-160D-DBECD2D263EE}"/>
              </a:ext>
            </a:extLst>
          </p:cNvPr>
          <p:cNvSpPr>
            <a:spLocks noGrp="1"/>
          </p:cNvSpPr>
          <p:nvPr>
            <p:ph type="title" hasCustomPrompt="1"/>
          </p:nvPr>
        </p:nvSpPr>
        <p:spPr>
          <a:xfrm>
            <a:off x="573157" y="2624569"/>
            <a:ext cx="11045686" cy="498598"/>
          </a:xfrm>
        </p:spPr>
        <p:txBody>
          <a:bodyPr anchor="t" anchorCtr="0">
            <a:noAutofit/>
          </a:bodyPr>
          <a:lstStyle>
            <a:lvl1pPr algn="ctr">
              <a:defRPr sz="3600">
                <a:solidFill>
                  <a:schemeClr val="bg1"/>
                </a:solidFill>
                <a:latin typeface="+mj-lt"/>
              </a:defRPr>
            </a:lvl1pPr>
          </a:lstStyle>
          <a:p>
            <a:r>
              <a:rPr lang="en-US" dirty="0"/>
              <a:t>One-sentence headline stating the main takeaway</a:t>
            </a:r>
          </a:p>
        </p:txBody>
      </p:sp>
      <p:sp>
        <p:nvSpPr>
          <p:cNvPr id="320" name="Text Placeholder 368">
            <a:extLst>
              <a:ext uri="{FF2B5EF4-FFF2-40B4-BE49-F238E27FC236}">
                <a16:creationId xmlns:a16="http://schemas.microsoft.com/office/drawing/2014/main" id="{EE706859-C661-2A5C-56D3-6BE7DBBC71DD}"/>
              </a:ext>
            </a:extLst>
          </p:cNvPr>
          <p:cNvSpPr>
            <a:spLocks noGrp="1"/>
          </p:cNvSpPr>
          <p:nvPr>
            <p:ph type="body" sz="quarter" idx="18" hasCustomPrompt="1"/>
          </p:nvPr>
        </p:nvSpPr>
        <p:spPr>
          <a:xfrm>
            <a:off x="556069" y="3774422"/>
            <a:ext cx="11062774" cy="249299"/>
          </a:xfrm>
        </p:spPr>
        <p:txBody>
          <a:bodyPr anchor="t" anchorCtr="0">
            <a:noAutofit/>
          </a:bodyPr>
          <a:lstStyle>
            <a:lvl1pPr marL="0" indent="0" algn="ctr">
              <a:spcBef>
                <a:spcPts val="1200"/>
              </a:spcBef>
              <a:spcAft>
                <a:spcPts val="60"/>
              </a:spcAft>
              <a:buNone/>
              <a:defRPr sz="1800" b="0" i="0">
                <a:solidFill>
                  <a:schemeClr val="bg1"/>
                </a:solidFill>
                <a:latin typeface="+mn-lt"/>
                <a:ea typeface="Aptos Light" panose="02000000000000000000" pitchFamily="2" charset="0"/>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r>
              <a:rPr lang="en-US" dirty="0"/>
              <a:t>Place content here</a:t>
            </a:r>
          </a:p>
        </p:txBody>
      </p:sp>
      <p:sp>
        <p:nvSpPr>
          <p:cNvPr id="3" name="Rectangle 2">
            <a:extLst>
              <a:ext uri="{FF2B5EF4-FFF2-40B4-BE49-F238E27FC236}">
                <a16:creationId xmlns:a16="http://schemas.microsoft.com/office/drawing/2014/main" id="{297D526D-05AB-C716-46F5-6CDC1D14E2ED}"/>
              </a:ext>
            </a:extLst>
          </p:cNvPr>
          <p:cNvSpPr/>
          <p:nvPr userDrawn="1"/>
        </p:nvSpPr>
        <p:spPr>
          <a:xfrm>
            <a:off x="5668818" y="3393042"/>
            <a:ext cx="854364" cy="7191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dirty="0">
              <a:latin typeface="Aptos Light" panose="020B0004020202020204" pitchFamily="34" charset="0"/>
            </a:endParaRPr>
          </a:p>
        </p:txBody>
      </p:sp>
      <p:sp>
        <p:nvSpPr>
          <p:cNvPr id="6" name="Rectangle 6">
            <a:extLst>
              <a:ext uri="{FF2B5EF4-FFF2-40B4-BE49-F238E27FC236}">
                <a16:creationId xmlns:a16="http://schemas.microsoft.com/office/drawing/2014/main" id="{A6C5D6D4-E7B7-6C45-59D0-554A5C067159}"/>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000" smtClean="0">
                <a:solidFill>
                  <a:schemeClr val="bg1"/>
                </a:solidFill>
                <a:latin typeface="Aptos Light" panose="020B0004020202020204" pitchFamily="34" charset="0"/>
                <a:ea typeface="Aptos" panose="02000000000000000000" pitchFamily="2" charset="0"/>
                <a:cs typeface="Times New Roman" panose="02020603050405020304" pitchFamily="18" charset="0"/>
              </a:rPr>
              <a:pPr algn="ctr" defTabSz="173038">
                <a:lnSpc>
                  <a:spcPct val="90000"/>
                </a:lnSpc>
                <a:tabLst>
                  <a:tab pos="230188" algn="l"/>
                </a:tabLst>
                <a:defRPr/>
              </a:pPr>
              <a:t>‹#›</a:t>
            </a:fld>
            <a:endParaRPr lang="en-US" sz="1000" dirty="0">
              <a:solidFill>
                <a:schemeClr val="bg1"/>
              </a:solidFill>
              <a:latin typeface="Aptos Light" panose="020B0004020202020204" pitchFamily="34" charset="0"/>
              <a:ea typeface="Aptos" panose="02000000000000000000" pitchFamily="2" charset="0"/>
              <a:cs typeface="Times New Roman" panose="02020603050405020304" pitchFamily="18" charset="0"/>
            </a:endParaRPr>
          </a:p>
        </p:txBody>
      </p:sp>
      <p:pic>
        <p:nvPicPr>
          <p:cNvPr id="4" name="Graphic 3">
            <a:extLst>
              <a:ext uri="{FF2B5EF4-FFF2-40B4-BE49-F238E27FC236}">
                <a16:creationId xmlns:a16="http://schemas.microsoft.com/office/drawing/2014/main" id="{1790CAB2-9585-BA89-5C2E-B28EE49E995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14693" y="6431818"/>
            <a:ext cx="1188988" cy="285824"/>
          </a:xfrm>
          <a:prstGeom prst="rect">
            <a:avLst/>
          </a:prstGeom>
        </p:spPr>
      </p:pic>
    </p:spTree>
    <p:extLst>
      <p:ext uri="{BB962C8B-B14F-4D97-AF65-F5344CB8AC3E}">
        <p14:creationId xmlns:p14="http://schemas.microsoft.com/office/powerpoint/2010/main" val="3568640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clusion | Aerial + Social">
    <p:spTree>
      <p:nvGrpSpPr>
        <p:cNvPr id="1" name=""/>
        <p:cNvGrpSpPr/>
        <p:nvPr/>
      </p:nvGrpSpPr>
      <p:grpSpPr>
        <a:xfrm>
          <a:off x="0" y="0"/>
          <a:ext cx="0" cy="0"/>
          <a:chOff x="0" y="0"/>
          <a:chExt cx="0" cy="0"/>
        </a:xfrm>
      </p:grpSpPr>
      <p:pic>
        <p:nvPicPr>
          <p:cNvPr id="6" name="Picture 5" descr="2025-P08154: Drone Mission - Aerial of sunrise over ORNL east campus, April 3, 2023.  &#10;&#10;Electronic Reference Image – For more images in this series, please contact, creativeservices@ornl.gov&#10;This image has been reviewed by an ORNL Releasing Official and is approved for public release, January 4, 2023.">
            <a:extLst>
              <a:ext uri="{FF2B5EF4-FFF2-40B4-BE49-F238E27FC236}">
                <a16:creationId xmlns:a16="http://schemas.microsoft.com/office/drawing/2014/main" id="{23DA0192-253A-9416-8E30-B9B66EED54F7}"/>
              </a:ext>
            </a:extLst>
          </p:cNvPr>
          <p:cNvPicPr>
            <a:picLocks noChangeAspect="1"/>
          </p:cNvPicPr>
          <p:nvPr userDrawn="1"/>
        </p:nvPicPr>
        <p:blipFill>
          <a:blip r:embed="rId2"/>
          <a:srcRect l="4494" t="5003" r="5511" b="5003"/>
          <a:stretch>
            <a:fillRect/>
          </a:stretch>
        </p:blipFill>
        <p:spPr>
          <a:xfrm>
            <a:off x="0" y="414"/>
            <a:ext cx="12192000" cy="6857172"/>
          </a:xfrm>
          <a:prstGeom prst="rect">
            <a:avLst/>
          </a:prstGeom>
        </p:spPr>
      </p:pic>
      <p:grpSp>
        <p:nvGrpSpPr>
          <p:cNvPr id="147" name="Group 146">
            <a:extLst>
              <a:ext uri="{FF2B5EF4-FFF2-40B4-BE49-F238E27FC236}">
                <a16:creationId xmlns:a16="http://schemas.microsoft.com/office/drawing/2014/main" id="{0E904804-90C2-92CD-EBBE-DEE84A1EF57E}"/>
              </a:ext>
            </a:extLst>
          </p:cNvPr>
          <p:cNvGrpSpPr/>
          <p:nvPr userDrawn="1"/>
        </p:nvGrpSpPr>
        <p:grpSpPr>
          <a:xfrm>
            <a:off x="2230425" y="2155963"/>
            <a:ext cx="7731150" cy="1180116"/>
            <a:chOff x="2419238" y="1689595"/>
            <a:chExt cx="7333183" cy="1119369"/>
          </a:xfrm>
        </p:grpSpPr>
        <p:sp>
          <p:nvSpPr>
            <p:cNvPr id="120" name="Freeform 119">
              <a:extLst>
                <a:ext uri="{FF2B5EF4-FFF2-40B4-BE49-F238E27FC236}">
                  <a16:creationId xmlns:a16="http://schemas.microsoft.com/office/drawing/2014/main" id="{B35B19EB-28CC-5046-67D8-0AC0F092D8F9}"/>
                </a:ext>
              </a:extLst>
            </p:cNvPr>
            <p:cNvSpPr/>
            <p:nvPr userDrawn="1"/>
          </p:nvSpPr>
          <p:spPr>
            <a:xfrm>
              <a:off x="6151118" y="1690962"/>
              <a:ext cx="1113318" cy="1113317"/>
            </a:xfrm>
            <a:custGeom>
              <a:avLst/>
              <a:gdLst>
                <a:gd name="connsiteX0" fmla="*/ 0 w 543306"/>
                <a:gd name="connsiteY0" fmla="*/ 0 h 543305"/>
                <a:gd name="connsiteX1" fmla="*/ 543306 w 543306"/>
                <a:gd name="connsiteY1" fmla="*/ 0 h 543305"/>
                <a:gd name="connsiteX2" fmla="*/ 543306 w 543306"/>
                <a:gd name="connsiteY2" fmla="*/ 543306 h 543305"/>
                <a:gd name="connsiteX3" fmla="*/ 0 w 543306"/>
                <a:gd name="connsiteY3" fmla="*/ 543306 h 543305"/>
              </a:gdLst>
              <a:ahLst/>
              <a:cxnLst>
                <a:cxn ang="0">
                  <a:pos x="connsiteX0" y="connsiteY0"/>
                </a:cxn>
                <a:cxn ang="0">
                  <a:pos x="connsiteX1" y="connsiteY1"/>
                </a:cxn>
                <a:cxn ang="0">
                  <a:pos x="connsiteX2" y="connsiteY2"/>
                </a:cxn>
                <a:cxn ang="0">
                  <a:pos x="connsiteX3" y="connsiteY3"/>
                </a:cxn>
              </a:cxnLst>
              <a:rect l="l" t="t" r="r" b="b"/>
              <a:pathLst>
                <a:path w="543306" h="543305">
                  <a:moveTo>
                    <a:pt x="0" y="0"/>
                  </a:moveTo>
                  <a:lnTo>
                    <a:pt x="543306" y="0"/>
                  </a:lnTo>
                  <a:lnTo>
                    <a:pt x="543306" y="543306"/>
                  </a:lnTo>
                  <a:lnTo>
                    <a:pt x="0" y="543306"/>
                  </a:lnTo>
                  <a:close/>
                </a:path>
              </a:pathLst>
            </a:custGeom>
            <a:solidFill>
              <a:srgbClr val="007934"/>
            </a:solidFill>
            <a:ln w="9525" cap="flat">
              <a:noFill/>
              <a:prstDash val="solid"/>
              <a:miter/>
            </a:ln>
          </p:spPr>
          <p:txBody>
            <a:bodyPr rtlCol="0" anchor="ctr"/>
            <a:lstStyle/>
            <a:p>
              <a:endParaRPr lang="en-US" dirty="0">
                <a:latin typeface="Aptos Light" panose="020B0004020202020204" pitchFamily="34" charset="0"/>
              </a:endParaRPr>
            </a:p>
          </p:txBody>
        </p:sp>
        <p:sp>
          <p:nvSpPr>
            <p:cNvPr id="121" name="Freeform 120">
              <a:extLst>
                <a:ext uri="{FF2B5EF4-FFF2-40B4-BE49-F238E27FC236}">
                  <a16:creationId xmlns:a16="http://schemas.microsoft.com/office/drawing/2014/main" id="{9F8B7F74-14E3-0359-48F7-8887F481B3F3}"/>
                </a:ext>
              </a:extLst>
            </p:cNvPr>
            <p:cNvSpPr/>
            <p:nvPr userDrawn="1"/>
          </p:nvSpPr>
          <p:spPr>
            <a:xfrm>
              <a:off x="6531907" y="1870334"/>
              <a:ext cx="352119" cy="754014"/>
            </a:xfrm>
            <a:custGeom>
              <a:avLst/>
              <a:gdLst>
                <a:gd name="connsiteX0" fmla="*/ 136975 w 171836"/>
                <a:gd name="connsiteY0" fmla="*/ 62674 h 367963"/>
                <a:gd name="connsiteX1" fmla="*/ 167646 w 171836"/>
                <a:gd name="connsiteY1" fmla="*/ 62674 h 367963"/>
                <a:gd name="connsiteX2" fmla="*/ 171837 w 171836"/>
                <a:gd name="connsiteY2" fmla="*/ 58483 h 367963"/>
                <a:gd name="connsiteX3" fmla="*/ 171837 w 171836"/>
                <a:gd name="connsiteY3" fmla="*/ 3905 h 367963"/>
                <a:gd name="connsiteX4" fmla="*/ 168027 w 171836"/>
                <a:gd name="connsiteY4" fmla="*/ 0 h 367963"/>
                <a:gd name="connsiteX5" fmla="*/ 104305 w 171836"/>
                <a:gd name="connsiteY5" fmla="*/ 667 h 367963"/>
                <a:gd name="connsiteX6" fmla="*/ 53156 w 171836"/>
                <a:gd name="connsiteY6" fmla="*/ 26670 h 367963"/>
                <a:gd name="connsiteX7" fmla="*/ 38392 w 171836"/>
                <a:gd name="connsiteY7" fmla="*/ 72580 h 367963"/>
                <a:gd name="connsiteX8" fmla="*/ 38392 w 171836"/>
                <a:gd name="connsiteY8" fmla="*/ 113633 h 367963"/>
                <a:gd name="connsiteX9" fmla="*/ 32105 w 171836"/>
                <a:gd name="connsiteY9" fmla="*/ 120205 h 367963"/>
                <a:gd name="connsiteX10" fmla="*/ 4483 w 171836"/>
                <a:gd name="connsiteY10" fmla="*/ 120015 h 367963"/>
                <a:gd name="connsiteX11" fmla="*/ 6 w 171836"/>
                <a:gd name="connsiteY11" fmla="*/ 124492 h 367963"/>
                <a:gd name="connsiteX12" fmla="*/ 6 w 171836"/>
                <a:gd name="connsiteY12" fmla="*/ 178403 h 367963"/>
                <a:gd name="connsiteX13" fmla="*/ 4959 w 171836"/>
                <a:gd name="connsiteY13" fmla="*/ 183166 h 367963"/>
                <a:gd name="connsiteX14" fmla="*/ 31915 w 171836"/>
                <a:gd name="connsiteY14" fmla="*/ 182975 h 367963"/>
                <a:gd name="connsiteX15" fmla="*/ 38106 w 171836"/>
                <a:gd name="connsiteY15" fmla="*/ 189167 h 367963"/>
                <a:gd name="connsiteX16" fmla="*/ 38011 w 171836"/>
                <a:gd name="connsiteY16" fmla="*/ 275558 h 367963"/>
                <a:gd name="connsiteX17" fmla="*/ 37915 w 171836"/>
                <a:gd name="connsiteY17" fmla="*/ 360807 h 367963"/>
                <a:gd name="connsiteX18" fmla="*/ 44773 w 171836"/>
                <a:gd name="connsiteY18" fmla="*/ 367951 h 367963"/>
                <a:gd name="connsiteX19" fmla="*/ 107924 w 171836"/>
                <a:gd name="connsiteY19" fmla="*/ 367951 h 367963"/>
                <a:gd name="connsiteX20" fmla="*/ 115354 w 171836"/>
                <a:gd name="connsiteY20" fmla="*/ 360617 h 367963"/>
                <a:gd name="connsiteX21" fmla="*/ 115258 w 171836"/>
                <a:gd name="connsiteY21" fmla="*/ 191452 h 367963"/>
                <a:gd name="connsiteX22" fmla="*/ 123164 w 171836"/>
                <a:gd name="connsiteY22" fmla="*/ 183737 h 367963"/>
                <a:gd name="connsiteX23" fmla="*/ 159931 w 171836"/>
                <a:gd name="connsiteY23" fmla="*/ 183737 h 367963"/>
                <a:gd name="connsiteX24" fmla="*/ 165836 w 171836"/>
                <a:gd name="connsiteY24" fmla="*/ 178975 h 367963"/>
                <a:gd name="connsiteX25" fmla="*/ 170980 w 171836"/>
                <a:gd name="connsiteY25" fmla="*/ 124682 h 367963"/>
                <a:gd name="connsiteX26" fmla="*/ 165455 w 171836"/>
                <a:gd name="connsiteY26" fmla="*/ 118872 h 367963"/>
                <a:gd name="connsiteX27" fmla="*/ 118878 w 171836"/>
                <a:gd name="connsiteY27" fmla="*/ 118967 h 367963"/>
                <a:gd name="connsiteX28" fmla="*/ 114115 w 171836"/>
                <a:gd name="connsiteY28" fmla="*/ 115348 h 367963"/>
                <a:gd name="connsiteX29" fmla="*/ 114592 w 171836"/>
                <a:gd name="connsiteY29" fmla="*/ 82867 h 367963"/>
                <a:gd name="connsiteX30" fmla="*/ 137166 w 171836"/>
                <a:gd name="connsiteY30" fmla="*/ 62389 h 367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1836" h="367963">
                  <a:moveTo>
                    <a:pt x="136975" y="62674"/>
                  </a:moveTo>
                  <a:cubicBezTo>
                    <a:pt x="147167" y="62674"/>
                    <a:pt x="157454" y="62579"/>
                    <a:pt x="167646" y="62674"/>
                  </a:cubicBezTo>
                  <a:cubicBezTo>
                    <a:pt x="170789" y="62674"/>
                    <a:pt x="171837" y="61722"/>
                    <a:pt x="171837" y="58483"/>
                  </a:cubicBezTo>
                  <a:cubicBezTo>
                    <a:pt x="171742" y="40291"/>
                    <a:pt x="171742" y="22098"/>
                    <a:pt x="171837" y="3905"/>
                  </a:cubicBezTo>
                  <a:cubicBezTo>
                    <a:pt x="171837" y="1048"/>
                    <a:pt x="170980" y="0"/>
                    <a:pt x="168027" y="0"/>
                  </a:cubicBezTo>
                  <a:cubicBezTo>
                    <a:pt x="146786" y="190"/>
                    <a:pt x="125546" y="-286"/>
                    <a:pt x="104305" y="667"/>
                  </a:cubicBezTo>
                  <a:cubicBezTo>
                    <a:pt x="83635" y="1619"/>
                    <a:pt x="65729" y="9430"/>
                    <a:pt x="53156" y="26670"/>
                  </a:cubicBezTo>
                  <a:cubicBezTo>
                    <a:pt x="43154" y="40291"/>
                    <a:pt x="38677" y="55817"/>
                    <a:pt x="38392" y="72580"/>
                  </a:cubicBezTo>
                  <a:cubicBezTo>
                    <a:pt x="38106" y="86296"/>
                    <a:pt x="38106" y="100013"/>
                    <a:pt x="38392" y="113633"/>
                  </a:cubicBezTo>
                  <a:cubicBezTo>
                    <a:pt x="38487" y="118586"/>
                    <a:pt x="37439" y="120491"/>
                    <a:pt x="32105" y="120205"/>
                  </a:cubicBezTo>
                  <a:cubicBezTo>
                    <a:pt x="22961" y="119729"/>
                    <a:pt x="13722" y="120205"/>
                    <a:pt x="4483" y="120015"/>
                  </a:cubicBezTo>
                  <a:cubicBezTo>
                    <a:pt x="958" y="120015"/>
                    <a:pt x="-89" y="121063"/>
                    <a:pt x="6" y="124492"/>
                  </a:cubicBezTo>
                  <a:cubicBezTo>
                    <a:pt x="197" y="142494"/>
                    <a:pt x="197" y="160496"/>
                    <a:pt x="6" y="178403"/>
                  </a:cubicBezTo>
                  <a:cubicBezTo>
                    <a:pt x="6" y="182213"/>
                    <a:pt x="1339" y="183261"/>
                    <a:pt x="4959" y="183166"/>
                  </a:cubicBezTo>
                  <a:cubicBezTo>
                    <a:pt x="13913" y="182975"/>
                    <a:pt x="22961" y="183356"/>
                    <a:pt x="31915" y="182975"/>
                  </a:cubicBezTo>
                  <a:cubicBezTo>
                    <a:pt x="36772" y="182785"/>
                    <a:pt x="38106" y="184309"/>
                    <a:pt x="38106" y="189167"/>
                  </a:cubicBezTo>
                  <a:cubicBezTo>
                    <a:pt x="37915" y="217932"/>
                    <a:pt x="38011" y="246793"/>
                    <a:pt x="38011" y="275558"/>
                  </a:cubicBezTo>
                  <a:cubicBezTo>
                    <a:pt x="38011" y="304324"/>
                    <a:pt x="38106" y="332327"/>
                    <a:pt x="37915" y="360807"/>
                  </a:cubicBezTo>
                  <a:cubicBezTo>
                    <a:pt x="37915" y="366141"/>
                    <a:pt x="38868" y="368141"/>
                    <a:pt x="44773" y="367951"/>
                  </a:cubicBezTo>
                  <a:cubicBezTo>
                    <a:pt x="65824" y="367570"/>
                    <a:pt x="86874" y="367570"/>
                    <a:pt x="107924" y="367951"/>
                  </a:cubicBezTo>
                  <a:cubicBezTo>
                    <a:pt x="113830" y="368046"/>
                    <a:pt x="115354" y="366617"/>
                    <a:pt x="115354" y="360617"/>
                  </a:cubicBezTo>
                  <a:cubicBezTo>
                    <a:pt x="115068" y="304229"/>
                    <a:pt x="115163" y="247841"/>
                    <a:pt x="115258" y="191452"/>
                  </a:cubicBezTo>
                  <a:cubicBezTo>
                    <a:pt x="115258" y="182499"/>
                    <a:pt x="114401" y="183833"/>
                    <a:pt x="123164" y="183737"/>
                  </a:cubicBezTo>
                  <a:cubicBezTo>
                    <a:pt x="135451" y="183737"/>
                    <a:pt x="147643" y="183642"/>
                    <a:pt x="159931" y="183737"/>
                  </a:cubicBezTo>
                  <a:cubicBezTo>
                    <a:pt x="163646" y="183737"/>
                    <a:pt x="165455" y="182975"/>
                    <a:pt x="165836" y="178975"/>
                  </a:cubicBezTo>
                  <a:cubicBezTo>
                    <a:pt x="167360" y="160877"/>
                    <a:pt x="169075" y="142780"/>
                    <a:pt x="170980" y="124682"/>
                  </a:cubicBezTo>
                  <a:cubicBezTo>
                    <a:pt x="171456" y="119920"/>
                    <a:pt x="170027" y="118872"/>
                    <a:pt x="165455" y="118872"/>
                  </a:cubicBezTo>
                  <a:cubicBezTo>
                    <a:pt x="149930" y="119158"/>
                    <a:pt x="134404" y="118872"/>
                    <a:pt x="118878" y="118967"/>
                  </a:cubicBezTo>
                  <a:cubicBezTo>
                    <a:pt x="116306" y="118967"/>
                    <a:pt x="114020" y="119253"/>
                    <a:pt x="114115" y="115348"/>
                  </a:cubicBezTo>
                  <a:cubicBezTo>
                    <a:pt x="114401" y="104489"/>
                    <a:pt x="113830" y="93631"/>
                    <a:pt x="114592" y="82867"/>
                  </a:cubicBezTo>
                  <a:cubicBezTo>
                    <a:pt x="115449" y="69437"/>
                    <a:pt x="123545" y="62389"/>
                    <a:pt x="137166" y="62389"/>
                  </a:cubicBezTo>
                  <a:close/>
                </a:path>
              </a:pathLst>
            </a:custGeom>
            <a:solidFill>
              <a:srgbClr val="FFFFFF"/>
            </a:solidFill>
            <a:ln w="9525" cap="flat">
              <a:noFill/>
              <a:prstDash val="solid"/>
              <a:miter/>
            </a:ln>
          </p:spPr>
          <p:txBody>
            <a:bodyPr rtlCol="0" anchor="ctr"/>
            <a:lstStyle/>
            <a:p>
              <a:endParaRPr lang="en-US" dirty="0">
                <a:latin typeface="Aptos Light" panose="020B0004020202020204" pitchFamily="34" charset="0"/>
              </a:endParaRPr>
            </a:p>
          </p:txBody>
        </p:sp>
        <p:sp>
          <p:nvSpPr>
            <p:cNvPr id="122" name="Freeform 121">
              <a:extLst>
                <a:ext uri="{FF2B5EF4-FFF2-40B4-BE49-F238E27FC236}">
                  <a16:creationId xmlns:a16="http://schemas.microsoft.com/office/drawing/2014/main" id="{C1A6707B-2CA3-3F65-45C2-727FD45B5C49}"/>
                </a:ext>
              </a:extLst>
            </p:cNvPr>
            <p:cNvSpPr/>
            <p:nvPr userDrawn="1"/>
          </p:nvSpPr>
          <p:spPr>
            <a:xfrm>
              <a:off x="4907224" y="1690572"/>
              <a:ext cx="1113318" cy="1113318"/>
            </a:xfrm>
            <a:custGeom>
              <a:avLst/>
              <a:gdLst>
                <a:gd name="connsiteX0" fmla="*/ 0 w 543306"/>
                <a:gd name="connsiteY0" fmla="*/ 0 h 543306"/>
                <a:gd name="connsiteX1" fmla="*/ 543306 w 543306"/>
                <a:gd name="connsiteY1" fmla="*/ 0 h 543306"/>
                <a:gd name="connsiteX2" fmla="*/ 543306 w 543306"/>
                <a:gd name="connsiteY2" fmla="*/ 543306 h 543306"/>
                <a:gd name="connsiteX3" fmla="*/ 0 w 543306"/>
                <a:gd name="connsiteY3" fmla="*/ 543306 h 543306"/>
              </a:gdLst>
              <a:ahLst/>
              <a:cxnLst>
                <a:cxn ang="0">
                  <a:pos x="connsiteX0" y="connsiteY0"/>
                </a:cxn>
                <a:cxn ang="0">
                  <a:pos x="connsiteX1" y="connsiteY1"/>
                </a:cxn>
                <a:cxn ang="0">
                  <a:pos x="connsiteX2" y="connsiteY2"/>
                </a:cxn>
                <a:cxn ang="0">
                  <a:pos x="connsiteX3" y="connsiteY3"/>
                </a:cxn>
              </a:cxnLst>
              <a:rect l="l" t="t" r="r" b="b"/>
              <a:pathLst>
                <a:path w="543306" h="543306">
                  <a:moveTo>
                    <a:pt x="0" y="0"/>
                  </a:moveTo>
                  <a:lnTo>
                    <a:pt x="543306" y="0"/>
                  </a:lnTo>
                  <a:lnTo>
                    <a:pt x="543306" y="543306"/>
                  </a:lnTo>
                  <a:lnTo>
                    <a:pt x="0" y="543306"/>
                  </a:lnTo>
                  <a:close/>
                </a:path>
              </a:pathLst>
            </a:custGeom>
            <a:solidFill>
              <a:srgbClr val="007934"/>
            </a:solidFill>
            <a:ln w="9525" cap="flat">
              <a:noFill/>
              <a:prstDash val="solid"/>
              <a:miter/>
            </a:ln>
          </p:spPr>
          <p:txBody>
            <a:bodyPr rtlCol="0" anchor="ctr"/>
            <a:lstStyle/>
            <a:p>
              <a:endParaRPr lang="en-US" dirty="0">
                <a:latin typeface="Aptos Light" panose="020B0004020202020204" pitchFamily="34" charset="0"/>
              </a:endParaRPr>
            </a:p>
          </p:txBody>
        </p:sp>
        <p:sp>
          <p:nvSpPr>
            <p:cNvPr id="123" name="Freeform 122">
              <a:extLst>
                <a:ext uri="{FF2B5EF4-FFF2-40B4-BE49-F238E27FC236}">
                  <a16:creationId xmlns:a16="http://schemas.microsoft.com/office/drawing/2014/main" id="{D4C61578-C993-8405-291A-DEF5EE57846B}"/>
                </a:ext>
              </a:extLst>
            </p:cNvPr>
            <p:cNvSpPr/>
            <p:nvPr userDrawn="1"/>
          </p:nvSpPr>
          <p:spPr>
            <a:xfrm>
              <a:off x="5613002" y="2009890"/>
              <a:ext cx="88611" cy="88611"/>
            </a:xfrm>
            <a:custGeom>
              <a:avLst/>
              <a:gdLst>
                <a:gd name="connsiteX0" fmla="*/ 21622 w 43243"/>
                <a:gd name="connsiteY0" fmla="*/ 0 h 43243"/>
                <a:gd name="connsiteX1" fmla="*/ 0 w 43243"/>
                <a:gd name="connsiteY1" fmla="*/ 21622 h 43243"/>
                <a:gd name="connsiteX2" fmla="*/ 21622 w 43243"/>
                <a:gd name="connsiteY2" fmla="*/ 43244 h 43243"/>
                <a:gd name="connsiteX3" fmla="*/ 43244 w 43243"/>
                <a:gd name="connsiteY3" fmla="*/ 21622 h 43243"/>
                <a:gd name="connsiteX4" fmla="*/ 21622 w 43243"/>
                <a:gd name="connsiteY4" fmla="*/ 0 h 43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43" h="43243">
                  <a:moveTo>
                    <a:pt x="21622" y="0"/>
                  </a:moveTo>
                  <a:cubicBezTo>
                    <a:pt x="9715" y="0"/>
                    <a:pt x="0" y="9716"/>
                    <a:pt x="0" y="21622"/>
                  </a:cubicBezTo>
                  <a:cubicBezTo>
                    <a:pt x="0" y="33528"/>
                    <a:pt x="9715" y="43244"/>
                    <a:pt x="21622" y="43244"/>
                  </a:cubicBezTo>
                  <a:cubicBezTo>
                    <a:pt x="33528" y="43244"/>
                    <a:pt x="43244" y="33528"/>
                    <a:pt x="43244" y="21622"/>
                  </a:cubicBezTo>
                  <a:cubicBezTo>
                    <a:pt x="43244" y="9716"/>
                    <a:pt x="33528" y="0"/>
                    <a:pt x="21622" y="0"/>
                  </a:cubicBezTo>
                  <a:close/>
                </a:path>
              </a:pathLst>
            </a:custGeom>
            <a:solidFill>
              <a:srgbClr val="FFFFFF"/>
            </a:solidFill>
            <a:ln w="9525" cap="flat">
              <a:noFill/>
              <a:prstDash val="solid"/>
              <a:miter/>
            </a:ln>
          </p:spPr>
          <p:txBody>
            <a:bodyPr rtlCol="0" anchor="ctr"/>
            <a:lstStyle/>
            <a:p>
              <a:endParaRPr lang="en-US" dirty="0">
                <a:latin typeface="Aptos Light" panose="020B0004020202020204" pitchFamily="34" charset="0"/>
              </a:endParaRPr>
            </a:p>
          </p:txBody>
        </p:sp>
        <p:sp>
          <p:nvSpPr>
            <p:cNvPr id="124" name="Freeform 123">
              <a:extLst>
                <a:ext uri="{FF2B5EF4-FFF2-40B4-BE49-F238E27FC236}">
                  <a16:creationId xmlns:a16="http://schemas.microsoft.com/office/drawing/2014/main" id="{74412687-F6B8-FF14-A681-2E7D9389F291}"/>
                </a:ext>
              </a:extLst>
            </p:cNvPr>
            <p:cNvSpPr/>
            <p:nvPr userDrawn="1"/>
          </p:nvSpPr>
          <p:spPr>
            <a:xfrm>
              <a:off x="5100064" y="1883412"/>
              <a:ext cx="727442" cy="727442"/>
            </a:xfrm>
            <a:custGeom>
              <a:avLst/>
              <a:gdLst>
                <a:gd name="connsiteX0" fmla="*/ 265462 w 354996"/>
                <a:gd name="connsiteY0" fmla="*/ 0 h 354996"/>
                <a:gd name="connsiteX1" fmla="*/ 89535 w 354996"/>
                <a:gd name="connsiteY1" fmla="*/ 0 h 354996"/>
                <a:gd name="connsiteX2" fmla="*/ 0 w 354996"/>
                <a:gd name="connsiteY2" fmla="*/ 89535 h 354996"/>
                <a:gd name="connsiteX3" fmla="*/ 0 w 354996"/>
                <a:gd name="connsiteY3" fmla="*/ 265462 h 354996"/>
                <a:gd name="connsiteX4" fmla="*/ 89535 w 354996"/>
                <a:gd name="connsiteY4" fmla="*/ 354997 h 354996"/>
                <a:gd name="connsiteX5" fmla="*/ 265462 w 354996"/>
                <a:gd name="connsiteY5" fmla="*/ 354997 h 354996"/>
                <a:gd name="connsiteX6" fmla="*/ 354997 w 354996"/>
                <a:gd name="connsiteY6" fmla="*/ 265462 h 354996"/>
                <a:gd name="connsiteX7" fmla="*/ 354997 w 354996"/>
                <a:gd name="connsiteY7" fmla="*/ 89535 h 354996"/>
                <a:gd name="connsiteX8" fmla="*/ 265462 w 354996"/>
                <a:gd name="connsiteY8" fmla="*/ 0 h 354996"/>
                <a:gd name="connsiteX9" fmla="*/ 316421 w 354996"/>
                <a:gd name="connsiteY9" fmla="*/ 265462 h 354996"/>
                <a:gd name="connsiteX10" fmla="*/ 265462 w 354996"/>
                <a:gd name="connsiteY10" fmla="*/ 316421 h 354996"/>
                <a:gd name="connsiteX11" fmla="*/ 89535 w 354996"/>
                <a:gd name="connsiteY11" fmla="*/ 316421 h 354996"/>
                <a:gd name="connsiteX12" fmla="*/ 38576 w 354996"/>
                <a:gd name="connsiteY12" fmla="*/ 265462 h 354996"/>
                <a:gd name="connsiteX13" fmla="*/ 38576 w 354996"/>
                <a:gd name="connsiteY13" fmla="*/ 89535 h 354996"/>
                <a:gd name="connsiteX14" fmla="*/ 89535 w 354996"/>
                <a:gd name="connsiteY14" fmla="*/ 38576 h 354996"/>
                <a:gd name="connsiteX15" fmla="*/ 265462 w 354996"/>
                <a:gd name="connsiteY15" fmla="*/ 38576 h 354996"/>
                <a:gd name="connsiteX16" fmla="*/ 316421 w 354996"/>
                <a:gd name="connsiteY16" fmla="*/ 89535 h 354996"/>
                <a:gd name="connsiteX17" fmla="*/ 316421 w 354996"/>
                <a:gd name="connsiteY17" fmla="*/ 265462 h 354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4996" h="354996">
                  <a:moveTo>
                    <a:pt x="265462" y="0"/>
                  </a:moveTo>
                  <a:lnTo>
                    <a:pt x="89535" y="0"/>
                  </a:lnTo>
                  <a:cubicBezTo>
                    <a:pt x="40196" y="0"/>
                    <a:pt x="0" y="40196"/>
                    <a:pt x="0" y="89535"/>
                  </a:cubicBezTo>
                  <a:lnTo>
                    <a:pt x="0" y="265462"/>
                  </a:lnTo>
                  <a:cubicBezTo>
                    <a:pt x="0" y="314896"/>
                    <a:pt x="40196" y="354997"/>
                    <a:pt x="89535" y="354997"/>
                  </a:cubicBezTo>
                  <a:lnTo>
                    <a:pt x="265462" y="354997"/>
                  </a:lnTo>
                  <a:cubicBezTo>
                    <a:pt x="314801" y="354997"/>
                    <a:pt x="354997" y="314801"/>
                    <a:pt x="354997" y="265462"/>
                  </a:cubicBezTo>
                  <a:lnTo>
                    <a:pt x="354997" y="89535"/>
                  </a:lnTo>
                  <a:cubicBezTo>
                    <a:pt x="354997" y="40196"/>
                    <a:pt x="314801" y="0"/>
                    <a:pt x="265462" y="0"/>
                  </a:cubicBezTo>
                  <a:close/>
                  <a:moveTo>
                    <a:pt x="316421" y="265462"/>
                  </a:moveTo>
                  <a:cubicBezTo>
                    <a:pt x="316421" y="293560"/>
                    <a:pt x="293561" y="316421"/>
                    <a:pt x="265462" y="316421"/>
                  </a:cubicBezTo>
                  <a:lnTo>
                    <a:pt x="89535" y="316421"/>
                  </a:lnTo>
                  <a:cubicBezTo>
                    <a:pt x="61436" y="316421"/>
                    <a:pt x="38576" y="293560"/>
                    <a:pt x="38576" y="265462"/>
                  </a:cubicBezTo>
                  <a:lnTo>
                    <a:pt x="38576" y="89535"/>
                  </a:lnTo>
                  <a:cubicBezTo>
                    <a:pt x="38576" y="61436"/>
                    <a:pt x="61436" y="38576"/>
                    <a:pt x="89535" y="38576"/>
                  </a:cubicBezTo>
                  <a:lnTo>
                    <a:pt x="265462" y="38576"/>
                  </a:lnTo>
                  <a:cubicBezTo>
                    <a:pt x="293561" y="38576"/>
                    <a:pt x="316421" y="61436"/>
                    <a:pt x="316421" y="89535"/>
                  </a:cubicBezTo>
                  <a:lnTo>
                    <a:pt x="316421" y="265462"/>
                  </a:lnTo>
                  <a:close/>
                </a:path>
              </a:pathLst>
            </a:custGeom>
            <a:solidFill>
              <a:srgbClr val="FFFFFF"/>
            </a:solidFill>
            <a:ln w="9525" cap="flat">
              <a:noFill/>
              <a:prstDash val="solid"/>
              <a:miter/>
            </a:ln>
          </p:spPr>
          <p:txBody>
            <a:bodyPr rtlCol="0" anchor="ctr"/>
            <a:lstStyle/>
            <a:p>
              <a:endParaRPr lang="en-US" dirty="0">
                <a:latin typeface="Aptos Light" panose="020B0004020202020204" pitchFamily="34" charset="0"/>
              </a:endParaRPr>
            </a:p>
          </p:txBody>
        </p:sp>
        <p:sp>
          <p:nvSpPr>
            <p:cNvPr id="125" name="Freeform 124">
              <a:extLst>
                <a:ext uri="{FF2B5EF4-FFF2-40B4-BE49-F238E27FC236}">
                  <a16:creationId xmlns:a16="http://schemas.microsoft.com/office/drawing/2014/main" id="{611DCFC7-265A-A74C-9128-D2C19FEB1FE1}"/>
                </a:ext>
              </a:extLst>
            </p:cNvPr>
            <p:cNvSpPr/>
            <p:nvPr userDrawn="1"/>
          </p:nvSpPr>
          <p:spPr>
            <a:xfrm>
              <a:off x="5276508" y="2059857"/>
              <a:ext cx="374747" cy="374750"/>
            </a:xfrm>
            <a:custGeom>
              <a:avLst/>
              <a:gdLst>
                <a:gd name="connsiteX0" fmla="*/ 91440 w 182879"/>
                <a:gd name="connsiteY0" fmla="*/ 0 h 182880"/>
                <a:gd name="connsiteX1" fmla="*/ 0 w 182879"/>
                <a:gd name="connsiteY1" fmla="*/ 91440 h 182880"/>
                <a:gd name="connsiteX2" fmla="*/ 91440 w 182879"/>
                <a:gd name="connsiteY2" fmla="*/ 182880 h 182880"/>
                <a:gd name="connsiteX3" fmla="*/ 182880 w 182879"/>
                <a:gd name="connsiteY3" fmla="*/ 91440 h 182880"/>
                <a:gd name="connsiteX4" fmla="*/ 91440 w 182879"/>
                <a:gd name="connsiteY4" fmla="*/ 0 h 182880"/>
                <a:gd name="connsiteX5" fmla="*/ 91440 w 182879"/>
                <a:gd name="connsiteY5" fmla="*/ 144209 h 182880"/>
                <a:gd name="connsiteX6" fmla="*/ 38671 w 182879"/>
                <a:gd name="connsiteY6" fmla="*/ 91440 h 182880"/>
                <a:gd name="connsiteX7" fmla="*/ 91440 w 182879"/>
                <a:gd name="connsiteY7" fmla="*/ 38672 h 182880"/>
                <a:gd name="connsiteX8" fmla="*/ 144304 w 182879"/>
                <a:gd name="connsiteY8" fmla="*/ 91440 h 182880"/>
                <a:gd name="connsiteX9" fmla="*/ 91440 w 182879"/>
                <a:gd name="connsiteY9" fmla="*/ 144209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879" h="182880">
                  <a:moveTo>
                    <a:pt x="91440" y="0"/>
                  </a:moveTo>
                  <a:cubicBezTo>
                    <a:pt x="41053" y="0"/>
                    <a:pt x="0" y="41053"/>
                    <a:pt x="0" y="91440"/>
                  </a:cubicBezTo>
                  <a:cubicBezTo>
                    <a:pt x="0" y="141827"/>
                    <a:pt x="41053" y="182880"/>
                    <a:pt x="91440" y="182880"/>
                  </a:cubicBezTo>
                  <a:cubicBezTo>
                    <a:pt x="141827" y="182880"/>
                    <a:pt x="182880" y="141827"/>
                    <a:pt x="182880" y="91440"/>
                  </a:cubicBezTo>
                  <a:cubicBezTo>
                    <a:pt x="182880" y="41053"/>
                    <a:pt x="141922" y="0"/>
                    <a:pt x="91440" y="0"/>
                  </a:cubicBezTo>
                  <a:close/>
                  <a:moveTo>
                    <a:pt x="91440" y="144209"/>
                  </a:moveTo>
                  <a:cubicBezTo>
                    <a:pt x="62389" y="144209"/>
                    <a:pt x="38671" y="120491"/>
                    <a:pt x="38671" y="91440"/>
                  </a:cubicBezTo>
                  <a:cubicBezTo>
                    <a:pt x="38671" y="62389"/>
                    <a:pt x="62389" y="38672"/>
                    <a:pt x="91440" y="38672"/>
                  </a:cubicBezTo>
                  <a:cubicBezTo>
                    <a:pt x="120491" y="38672"/>
                    <a:pt x="144304" y="62389"/>
                    <a:pt x="144304" y="91440"/>
                  </a:cubicBezTo>
                  <a:cubicBezTo>
                    <a:pt x="144304" y="120491"/>
                    <a:pt x="120586" y="144209"/>
                    <a:pt x="91440" y="144209"/>
                  </a:cubicBezTo>
                  <a:close/>
                </a:path>
              </a:pathLst>
            </a:custGeom>
            <a:solidFill>
              <a:srgbClr val="FFFFFF"/>
            </a:solidFill>
            <a:ln w="9525" cap="flat">
              <a:noFill/>
              <a:prstDash val="solid"/>
              <a:miter/>
            </a:ln>
          </p:spPr>
          <p:txBody>
            <a:bodyPr rtlCol="0" anchor="ctr"/>
            <a:lstStyle/>
            <a:p>
              <a:endParaRPr lang="en-US" dirty="0">
                <a:latin typeface="Aptos Light" panose="020B0004020202020204" pitchFamily="34" charset="0"/>
              </a:endParaRPr>
            </a:p>
          </p:txBody>
        </p:sp>
        <p:sp>
          <p:nvSpPr>
            <p:cNvPr id="126" name="Freeform 125">
              <a:extLst>
                <a:ext uri="{FF2B5EF4-FFF2-40B4-BE49-F238E27FC236}">
                  <a16:creationId xmlns:a16="http://schemas.microsoft.com/office/drawing/2014/main" id="{CF71412B-57D0-8C3F-863B-747D72482FB6}"/>
                </a:ext>
              </a:extLst>
            </p:cNvPr>
            <p:cNvSpPr/>
            <p:nvPr userDrawn="1"/>
          </p:nvSpPr>
          <p:spPr>
            <a:xfrm>
              <a:off x="7395013" y="1695646"/>
              <a:ext cx="1113318" cy="1113318"/>
            </a:xfrm>
            <a:custGeom>
              <a:avLst/>
              <a:gdLst>
                <a:gd name="connsiteX0" fmla="*/ 0 w 543306"/>
                <a:gd name="connsiteY0" fmla="*/ 0 h 543306"/>
                <a:gd name="connsiteX1" fmla="*/ 543306 w 543306"/>
                <a:gd name="connsiteY1" fmla="*/ 0 h 543306"/>
                <a:gd name="connsiteX2" fmla="*/ 543306 w 543306"/>
                <a:gd name="connsiteY2" fmla="*/ 543306 h 543306"/>
                <a:gd name="connsiteX3" fmla="*/ 0 w 543306"/>
                <a:gd name="connsiteY3" fmla="*/ 543306 h 543306"/>
              </a:gdLst>
              <a:ahLst/>
              <a:cxnLst>
                <a:cxn ang="0">
                  <a:pos x="connsiteX0" y="connsiteY0"/>
                </a:cxn>
                <a:cxn ang="0">
                  <a:pos x="connsiteX1" y="connsiteY1"/>
                </a:cxn>
                <a:cxn ang="0">
                  <a:pos x="connsiteX2" y="connsiteY2"/>
                </a:cxn>
                <a:cxn ang="0">
                  <a:pos x="connsiteX3" y="connsiteY3"/>
                </a:cxn>
              </a:cxnLst>
              <a:rect l="l" t="t" r="r" b="b"/>
              <a:pathLst>
                <a:path w="543306" h="543306">
                  <a:moveTo>
                    <a:pt x="0" y="0"/>
                  </a:moveTo>
                  <a:lnTo>
                    <a:pt x="543306" y="0"/>
                  </a:lnTo>
                  <a:lnTo>
                    <a:pt x="543306" y="543306"/>
                  </a:lnTo>
                  <a:lnTo>
                    <a:pt x="0" y="543306"/>
                  </a:lnTo>
                  <a:close/>
                </a:path>
              </a:pathLst>
            </a:custGeom>
            <a:solidFill>
              <a:srgbClr val="007934"/>
            </a:solidFill>
            <a:ln w="9525" cap="flat">
              <a:noFill/>
              <a:prstDash val="solid"/>
              <a:miter/>
            </a:ln>
          </p:spPr>
          <p:txBody>
            <a:bodyPr rtlCol="0" anchor="ctr"/>
            <a:lstStyle/>
            <a:p>
              <a:endParaRPr lang="en-US" dirty="0">
                <a:latin typeface="Aptos Light" panose="020B0004020202020204" pitchFamily="34" charset="0"/>
              </a:endParaRPr>
            </a:p>
          </p:txBody>
        </p:sp>
        <p:sp>
          <p:nvSpPr>
            <p:cNvPr id="127" name="Freeform 126">
              <a:extLst>
                <a:ext uri="{FF2B5EF4-FFF2-40B4-BE49-F238E27FC236}">
                  <a16:creationId xmlns:a16="http://schemas.microsoft.com/office/drawing/2014/main" id="{432E9776-B6B4-0737-83B3-225F4D4AE1BF}"/>
                </a:ext>
              </a:extLst>
            </p:cNvPr>
            <p:cNvSpPr/>
            <p:nvPr userDrawn="1"/>
          </p:nvSpPr>
          <p:spPr>
            <a:xfrm>
              <a:off x="7581999" y="1991739"/>
              <a:ext cx="739350" cy="521135"/>
            </a:xfrm>
            <a:custGeom>
              <a:avLst/>
              <a:gdLst>
                <a:gd name="connsiteX0" fmla="*/ 353282 w 360807"/>
                <a:gd name="connsiteY0" fmla="*/ 39719 h 254317"/>
                <a:gd name="connsiteX1" fmla="*/ 321373 w 360807"/>
                <a:gd name="connsiteY1" fmla="*/ 7620 h 254317"/>
                <a:gd name="connsiteX2" fmla="*/ 180404 w 360807"/>
                <a:gd name="connsiteY2" fmla="*/ 0 h 254317"/>
                <a:gd name="connsiteX3" fmla="*/ 39433 w 360807"/>
                <a:gd name="connsiteY3" fmla="*/ 7620 h 254317"/>
                <a:gd name="connsiteX4" fmla="*/ 7525 w 360807"/>
                <a:gd name="connsiteY4" fmla="*/ 39719 h 254317"/>
                <a:gd name="connsiteX5" fmla="*/ 0 w 360807"/>
                <a:gd name="connsiteY5" fmla="*/ 127159 h 254317"/>
                <a:gd name="connsiteX6" fmla="*/ 7525 w 360807"/>
                <a:gd name="connsiteY6" fmla="*/ 214598 h 254317"/>
                <a:gd name="connsiteX7" fmla="*/ 39433 w 360807"/>
                <a:gd name="connsiteY7" fmla="*/ 246697 h 254317"/>
                <a:gd name="connsiteX8" fmla="*/ 180404 w 360807"/>
                <a:gd name="connsiteY8" fmla="*/ 254317 h 254317"/>
                <a:gd name="connsiteX9" fmla="*/ 321373 w 360807"/>
                <a:gd name="connsiteY9" fmla="*/ 246697 h 254317"/>
                <a:gd name="connsiteX10" fmla="*/ 353282 w 360807"/>
                <a:gd name="connsiteY10" fmla="*/ 214598 h 254317"/>
                <a:gd name="connsiteX11" fmla="*/ 360807 w 360807"/>
                <a:gd name="connsiteY11" fmla="*/ 127159 h 254317"/>
                <a:gd name="connsiteX12" fmla="*/ 353282 w 360807"/>
                <a:gd name="connsiteY12" fmla="*/ 39719 h 254317"/>
                <a:gd name="connsiteX13" fmla="*/ 143542 w 360807"/>
                <a:gd name="connsiteY13" fmla="*/ 180784 h 254317"/>
                <a:gd name="connsiteX14" fmla="*/ 143542 w 360807"/>
                <a:gd name="connsiteY14" fmla="*/ 73533 h 254317"/>
                <a:gd name="connsiteX15" fmla="*/ 237839 w 360807"/>
                <a:gd name="connsiteY15" fmla="*/ 127159 h 254317"/>
                <a:gd name="connsiteX16" fmla="*/ 143542 w 360807"/>
                <a:gd name="connsiteY16" fmla="*/ 180784 h 254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807" h="254317">
                  <a:moveTo>
                    <a:pt x="353282" y="39719"/>
                  </a:moveTo>
                  <a:cubicBezTo>
                    <a:pt x="349091" y="24098"/>
                    <a:pt x="336899" y="11811"/>
                    <a:pt x="321373" y="7620"/>
                  </a:cubicBezTo>
                  <a:cubicBezTo>
                    <a:pt x="293275" y="0"/>
                    <a:pt x="180404" y="0"/>
                    <a:pt x="180404" y="0"/>
                  </a:cubicBezTo>
                  <a:cubicBezTo>
                    <a:pt x="180404" y="0"/>
                    <a:pt x="67532" y="0"/>
                    <a:pt x="39433" y="7620"/>
                  </a:cubicBezTo>
                  <a:cubicBezTo>
                    <a:pt x="23908" y="11811"/>
                    <a:pt x="11716" y="24098"/>
                    <a:pt x="7525" y="39719"/>
                  </a:cubicBezTo>
                  <a:cubicBezTo>
                    <a:pt x="0" y="68008"/>
                    <a:pt x="0" y="127159"/>
                    <a:pt x="0" y="127159"/>
                  </a:cubicBezTo>
                  <a:cubicBezTo>
                    <a:pt x="0" y="127159"/>
                    <a:pt x="0" y="186214"/>
                    <a:pt x="7525" y="214598"/>
                  </a:cubicBezTo>
                  <a:cubicBezTo>
                    <a:pt x="11716" y="230219"/>
                    <a:pt x="23908" y="242506"/>
                    <a:pt x="39433" y="246697"/>
                  </a:cubicBezTo>
                  <a:cubicBezTo>
                    <a:pt x="67532" y="254317"/>
                    <a:pt x="180404" y="254317"/>
                    <a:pt x="180404" y="254317"/>
                  </a:cubicBezTo>
                  <a:cubicBezTo>
                    <a:pt x="180404" y="254317"/>
                    <a:pt x="293275" y="254317"/>
                    <a:pt x="321373" y="246697"/>
                  </a:cubicBezTo>
                  <a:cubicBezTo>
                    <a:pt x="336899" y="242506"/>
                    <a:pt x="349091" y="230219"/>
                    <a:pt x="353282" y="214598"/>
                  </a:cubicBezTo>
                  <a:cubicBezTo>
                    <a:pt x="360807" y="186309"/>
                    <a:pt x="360807" y="127159"/>
                    <a:pt x="360807" y="127159"/>
                  </a:cubicBezTo>
                  <a:cubicBezTo>
                    <a:pt x="360807" y="127159"/>
                    <a:pt x="360807" y="68104"/>
                    <a:pt x="353282" y="39719"/>
                  </a:cubicBezTo>
                  <a:close/>
                  <a:moveTo>
                    <a:pt x="143542" y="180784"/>
                  </a:moveTo>
                  <a:lnTo>
                    <a:pt x="143542" y="73533"/>
                  </a:lnTo>
                  <a:lnTo>
                    <a:pt x="237839" y="127159"/>
                  </a:lnTo>
                  <a:lnTo>
                    <a:pt x="143542" y="180784"/>
                  </a:lnTo>
                  <a:close/>
                </a:path>
              </a:pathLst>
            </a:custGeom>
            <a:solidFill>
              <a:srgbClr val="FFFFFF"/>
            </a:solidFill>
            <a:ln w="9525" cap="flat">
              <a:noFill/>
              <a:prstDash val="solid"/>
              <a:miter/>
            </a:ln>
          </p:spPr>
          <p:txBody>
            <a:bodyPr rtlCol="0" anchor="ctr"/>
            <a:lstStyle/>
            <a:p>
              <a:endParaRPr lang="en-US" dirty="0">
                <a:latin typeface="Aptos Light" panose="020B0004020202020204" pitchFamily="34" charset="0"/>
              </a:endParaRPr>
            </a:p>
          </p:txBody>
        </p:sp>
        <p:sp>
          <p:nvSpPr>
            <p:cNvPr id="128" name="Freeform 127">
              <a:extLst>
                <a:ext uri="{FF2B5EF4-FFF2-40B4-BE49-F238E27FC236}">
                  <a16:creationId xmlns:a16="http://schemas.microsoft.com/office/drawing/2014/main" id="{46B36695-9D44-CF4A-14FC-6D97E6B5EEB6}"/>
                </a:ext>
              </a:extLst>
            </p:cNvPr>
            <p:cNvSpPr/>
            <p:nvPr userDrawn="1"/>
          </p:nvSpPr>
          <p:spPr>
            <a:xfrm>
              <a:off x="2419238" y="1689595"/>
              <a:ext cx="1113317" cy="1113317"/>
            </a:xfrm>
            <a:custGeom>
              <a:avLst/>
              <a:gdLst>
                <a:gd name="connsiteX0" fmla="*/ 0 w 543305"/>
                <a:gd name="connsiteY0" fmla="*/ 0 h 543305"/>
                <a:gd name="connsiteX1" fmla="*/ 543306 w 543305"/>
                <a:gd name="connsiteY1" fmla="*/ 0 h 543305"/>
                <a:gd name="connsiteX2" fmla="*/ 543306 w 543305"/>
                <a:gd name="connsiteY2" fmla="*/ 543306 h 543305"/>
                <a:gd name="connsiteX3" fmla="*/ 0 w 543305"/>
                <a:gd name="connsiteY3" fmla="*/ 543306 h 543305"/>
              </a:gdLst>
              <a:ahLst/>
              <a:cxnLst>
                <a:cxn ang="0">
                  <a:pos x="connsiteX0" y="connsiteY0"/>
                </a:cxn>
                <a:cxn ang="0">
                  <a:pos x="connsiteX1" y="connsiteY1"/>
                </a:cxn>
                <a:cxn ang="0">
                  <a:pos x="connsiteX2" y="connsiteY2"/>
                </a:cxn>
                <a:cxn ang="0">
                  <a:pos x="connsiteX3" y="connsiteY3"/>
                </a:cxn>
              </a:cxnLst>
              <a:rect l="l" t="t" r="r" b="b"/>
              <a:pathLst>
                <a:path w="543305" h="543305">
                  <a:moveTo>
                    <a:pt x="0" y="0"/>
                  </a:moveTo>
                  <a:lnTo>
                    <a:pt x="543306" y="0"/>
                  </a:lnTo>
                  <a:lnTo>
                    <a:pt x="543306" y="543306"/>
                  </a:lnTo>
                  <a:lnTo>
                    <a:pt x="0" y="543306"/>
                  </a:lnTo>
                  <a:close/>
                </a:path>
              </a:pathLst>
            </a:custGeom>
            <a:solidFill>
              <a:srgbClr val="007934"/>
            </a:solidFill>
            <a:ln w="9525" cap="flat">
              <a:noFill/>
              <a:prstDash val="solid"/>
              <a:miter/>
            </a:ln>
          </p:spPr>
          <p:txBody>
            <a:bodyPr rtlCol="0" anchor="ctr"/>
            <a:lstStyle/>
            <a:p>
              <a:endParaRPr lang="en-US" dirty="0">
                <a:latin typeface="Aptos Light" panose="020B0004020202020204" pitchFamily="34" charset="0"/>
              </a:endParaRPr>
            </a:p>
          </p:txBody>
        </p:sp>
        <p:sp>
          <p:nvSpPr>
            <p:cNvPr id="129" name="Freeform 128">
              <a:extLst>
                <a:ext uri="{FF2B5EF4-FFF2-40B4-BE49-F238E27FC236}">
                  <a16:creationId xmlns:a16="http://schemas.microsoft.com/office/drawing/2014/main" id="{E46E7525-5FF1-8346-5B8E-E85830C2BFE2}"/>
                </a:ext>
              </a:extLst>
            </p:cNvPr>
            <p:cNvSpPr/>
            <p:nvPr userDrawn="1"/>
          </p:nvSpPr>
          <p:spPr>
            <a:xfrm>
              <a:off x="2628279" y="2125633"/>
              <a:ext cx="149117" cy="479562"/>
            </a:xfrm>
            <a:custGeom>
              <a:avLst/>
              <a:gdLst>
                <a:gd name="connsiteX0" fmla="*/ 0 w 72770"/>
                <a:gd name="connsiteY0" fmla="*/ 0 h 234029"/>
                <a:gd name="connsiteX1" fmla="*/ 72771 w 72770"/>
                <a:gd name="connsiteY1" fmla="*/ 0 h 234029"/>
                <a:gd name="connsiteX2" fmla="*/ 72771 w 72770"/>
                <a:gd name="connsiteY2" fmla="*/ 234029 h 234029"/>
                <a:gd name="connsiteX3" fmla="*/ 0 w 72770"/>
                <a:gd name="connsiteY3" fmla="*/ 234029 h 234029"/>
              </a:gdLst>
              <a:ahLst/>
              <a:cxnLst>
                <a:cxn ang="0">
                  <a:pos x="connsiteX0" y="connsiteY0"/>
                </a:cxn>
                <a:cxn ang="0">
                  <a:pos x="connsiteX1" y="connsiteY1"/>
                </a:cxn>
                <a:cxn ang="0">
                  <a:pos x="connsiteX2" y="connsiteY2"/>
                </a:cxn>
                <a:cxn ang="0">
                  <a:pos x="connsiteX3" y="connsiteY3"/>
                </a:cxn>
              </a:cxnLst>
              <a:rect l="l" t="t" r="r" b="b"/>
              <a:pathLst>
                <a:path w="72770" h="234029">
                  <a:moveTo>
                    <a:pt x="0" y="0"/>
                  </a:moveTo>
                  <a:lnTo>
                    <a:pt x="72771" y="0"/>
                  </a:lnTo>
                  <a:lnTo>
                    <a:pt x="72771" y="234029"/>
                  </a:lnTo>
                  <a:lnTo>
                    <a:pt x="0" y="234029"/>
                  </a:lnTo>
                  <a:close/>
                </a:path>
              </a:pathLst>
            </a:custGeom>
            <a:solidFill>
              <a:srgbClr val="FFFFFF"/>
            </a:solidFill>
            <a:ln w="9525" cap="flat">
              <a:noFill/>
              <a:prstDash val="solid"/>
              <a:miter/>
            </a:ln>
          </p:spPr>
          <p:txBody>
            <a:bodyPr rtlCol="0" anchor="ctr"/>
            <a:lstStyle/>
            <a:p>
              <a:endParaRPr lang="en-US" dirty="0">
                <a:latin typeface="Aptos Light" panose="020B0004020202020204" pitchFamily="34" charset="0"/>
              </a:endParaRPr>
            </a:p>
          </p:txBody>
        </p:sp>
        <p:sp>
          <p:nvSpPr>
            <p:cNvPr id="130" name="Freeform 129">
              <a:extLst>
                <a:ext uri="{FF2B5EF4-FFF2-40B4-BE49-F238E27FC236}">
                  <a16:creationId xmlns:a16="http://schemas.microsoft.com/office/drawing/2014/main" id="{E2643B9D-593C-28B6-33C7-94AC849E27E6}"/>
                </a:ext>
              </a:extLst>
            </p:cNvPr>
            <p:cNvSpPr/>
            <p:nvPr userDrawn="1"/>
          </p:nvSpPr>
          <p:spPr>
            <a:xfrm>
              <a:off x="2616371" y="1887316"/>
              <a:ext cx="172539" cy="172930"/>
            </a:xfrm>
            <a:custGeom>
              <a:avLst/>
              <a:gdLst>
                <a:gd name="connsiteX0" fmla="*/ 42100 w 84200"/>
                <a:gd name="connsiteY0" fmla="*/ 0 h 84391"/>
                <a:gd name="connsiteX1" fmla="*/ 0 w 84200"/>
                <a:gd name="connsiteY1" fmla="*/ 42196 h 84391"/>
                <a:gd name="connsiteX2" fmla="*/ 42100 w 84200"/>
                <a:gd name="connsiteY2" fmla="*/ 84392 h 84391"/>
                <a:gd name="connsiteX3" fmla="*/ 84201 w 84200"/>
                <a:gd name="connsiteY3" fmla="*/ 42196 h 84391"/>
                <a:gd name="connsiteX4" fmla="*/ 42100 w 84200"/>
                <a:gd name="connsiteY4" fmla="*/ 0 h 843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00" h="84391">
                  <a:moveTo>
                    <a:pt x="42100" y="0"/>
                  </a:moveTo>
                  <a:cubicBezTo>
                    <a:pt x="18764" y="0"/>
                    <a:pt x="0" y="18860"/>
                    <a:pt x="0" y="42196"/>
                  </a:cubicBezTo>
                  <a:cubicBezTo>
                    <a:pt x="0" y="65532"/>
                    <a:pt x="18859" y="84392"/>
                    <a:pt x="42100" y="84392"/>
                  </a:cubicBezTo>
                  <a:cubicBezTo>
                    <a:pt x="65342" y="84392"/>
                    <a:pt x="84201" y="65532"/>
                    <a:pt x="84201" y="42196"/>
                  </a:cubicBezTo>
                  <a:cubicBezTo>
                    <a:pt x="84201" y="18860"/>
                    <a:pt x="65342" y="0"/>
                    <a:pt x="42100" y="0"/>
                  </a:cubicBezTo>
                  <a:close/>
                </a:path>
              </a:pathLst>
            </a:custGeom>
            <a:solidFill>
              <a:srgbClr val="FFFFFF"/>
            </a:solidFill>
            <a:ln w="9525" cap="flat">
              <a:noFill/>
              <a:prstDash val="solid"/>
              <a:miter/>
            </a:ln>
          </p:spPr>
          <p:txBody>
            <a:bodyPr rtlCol="0" anchor="ctr"/>
            <a:lstStyle/>
            <a:p>
              <a:endParaRPr lang="en-US" dirty="0">
                <a:latin typeface="Aptos Light" panose="020B0004020202020204" pitchFamily="34" charset="0"/>
              </a:endParaRPr>
            </a:p>
          </p:txBody>
        </p:sp>
        <p:sp>
          <p:nvSpPr>
            <p:cNvPr id="131" name="Freeform 130">
              <a:extLst>
                <a:ext uri="{FF2B5EF4-FFF2-40B4-BE49-F238E27FC236}">
                  <a16:creationId xmlns:a16="http://schemas.microsoft.com/office/drawing/2014/main" id="{DA44CA4D-A7B1-8C2B-5E9A-F02818DF16DD}"/>
                </a:ext>
              </a:extLst>
            </p:cNvPr>
            <p:cNvSpPr/>
            <p:nvPr userDrawn="1"/>
          </p:nvSpPr>
          <p:spPr>
            <a:xfrm>
              <a:off x="2870888" y="2113727"/>
              <a:ext cx="464728" cy="491467"/>
            </a:xfrm>
            <a:custGeom>
              <a:avLst/>
              <a:gdLst>
                <a:gd name="connsiteX0" fmla="*/ 139446 w 226790"/>
                <a:gd name="connsiteY0" fmla="*/ 0 h 239839"/>
                <a:gd name="connsiteX1" fmla="*/ 70675 w 226790"/>
                <a:gd name="connsiteY1" fmla="*/ 37814 h 239839"/>
                <a:gd name="connsiteX2" fmla="*/ 69723 w 226790"/>
                <a:gd name="connsiteY2" fmla="*/ 37814 h 239839"/>
                <a:gd name="connsiteX3" fmla="*/ 69723 w 226790"/>
                <a:gd name="connsiteY3" fmla="*/ 5810 h 239839"/>
                <a:gd name="connsiteX4" fmla="*/ 0 w 226790"/>
                <a:gd name="connsiteY4" fmla="*/ 5810 h 239839"/>
                <a:gd name="connsiteX5" fmla="*/ 0 w 226790"/>
                <a:gd name="connsiteY5" fmla="*/ 239839 h 239839"/>
                <a:gd name="connsiteX6" fmla="*/ 72676 w 226790"/>
                <a:gd name="connsiteY6" fmla="*/ 239839 h 239839"/>
                <a:gd name="connsiteX7" fmla="*/ 72676 w 226790"/>
                <a:gd name="connsiteY7" fmla="*/ 124111 h 239839"/>
                <a:gd name="connsiteX8" fmla="*/ 116300 w 226790"/>
                <a:gd name="connsiteY8" fmla="*/ 64008 h 239839"/>
                <a:gd name="connsiteX9" fmla="*/ 154115 w 226790"/>
                <a:gd name="connsiteY9" fmla="*/ 126016 h 239839"/>
                <a:gd name="connsiteX10" fmla="*/ 154115 w 226790"/>
                <a:gd name="connsiteY10" fmla="*/ 239839 h 239839"/>
                <a:gd name="connsiteX11" fmla="*/ 226790 w 226790"/>
                <a:gd name="connsiteY11" fmla="*/ 239839 h 239839"/>
                <a:gd name="connsiteX12" fmla="*/ 226790 w 226790"/>
                <a:gd name="connsiteY12" fmla="*/ 111538 h 239839"/>
                <a:gd name="connsiteX13" fmla="*/ 139541 w 226790"/>
                <a:gd name="connsiteY13" fmla="*/ 95 h 239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790" h="239839">
                  <a:moveTo>
                    <a:pt x="139446" y="0"/>
                  </a:moveTo>
                  <a:cubicBezTo>
                    <a:pt x="104108" y="0"/>
                    <a:pt x="80391" y="19431"/>
                    <a:pt x="70675" y="37814"/>
                  </a:cubicBezTo>
                  <a:lnTo>
                    <a:pt x="69723" y="37814"/>
                  </a:lnTo>
                  <a:lnTo>
                    <a:pt x="69723" y="5810"/>
                  </a:lnTo>
                  <a:lnTo>
                    <a:pt x="0" y="5810"/>
                  </a:lnTo>
                  <a:lnTo>
                    <a:pt x="0" y="239839"/>
                  </a:lnTo>
                  <a:lnTo>
                    <a:pt x="72676" y="239839"/>
                  </a:lnTo>
                  <a:lnTo>
                    <a:pt x="72676" y="124111"/>
                  </a:lnTo>
                  <a:cubicBezTo>
                    <a:pt x="72676" y="93631"/>
                    <a:pt x="78486" y="64008"/>
                    <a:pt x="116300" y="64008"/>
                  </a:cubicBezTo>
                  <a:cubicBezTo>
                    <a:pt x="154115" y="64008"/>
                    <a:pt x="154115" y="98869"/>
                    <a:pt x="154115" y="126016"/>
                  </a:cubicBezTo>
                  <a:lnTo>
                    <a:pt x="154115" y="239839"/>
                  </a:lnTo>
                  <a:lnTo>
                    <a:pt x="226790" y="239839"/>
                  </a:lnTo>
                  <a:lnTo>
                    <a:pt x="226790" y="111538"/>
                  </a:lnTo>
                  <a:cubicBezTo>
                    <a:pt x="226790" y="48577"/>
                    <a:pt x="213170" y="95"/>
                    <a:pt x="139541" y="95"/>
                  </a:cubicBezTo>
                  <a:close/>
                </a:path>
              </a:pathLst>
            </a:custGeom>
            <a:solidFill>
              <a:srgbClr val="FFFFFF"/>
            </a:solidFill>
            <a:ln w="9525" cap="flat">
              <a:noFill/>
              <a:prstDash val="solid"/>
              <a:miter/>
            </a:ln>
          </p:spPr>
          <p:txBody>
            <a:bodyPr rtlCol="0" anchor="ctr"/>
            <a:lstStyle/>
            <a:p>
              <a:endParaRPr lang="en-US" dirty="0">
                <a:latin typeface="Aptos Light" panose="020B0004020202020204" pitchFamily="34" charset="0"/>
              </a:endParaRPr>
            </a:p>
          </p:txBody>
        </p:sp>
        <p:sp>
          <p:nvSpPr>
            <p:cNvPr id="132" name="Freeform 131">
              <a:extLst>
                <a:ext uri="{FF2B5EF4-FFF2-40B4-BE49-F238E27FC236}">
                  <a16:creationId xmlns:a16="http://schemas.microsoft.com/office/drawing/2014/main" id="{D7235AA9-6C56-4AF4-5D5D-249E43C4A4B9}"/>
                </a:ext>
              </a:extLst>
            </p:cNvPr>
            <p:cNvSpPr/>
            <p:nvPr userDrawn="1"/>
          </p:nvSpPr>
          <p:spPr>
            <a:xfrm>
              <a:off x="8639104" y="1690572"/>
              <a:ext cx="1113317" cy="1113318"/>
            </a:xfrm>
            <a:custGeom>
              <a:avLst/>
              <a:gdLst>
                <a:gd name="connsiteX0" fmla="*/ 0 w 543305"/>
                <a:gd name="connsiteY0" fmla="*/ 0 h 543306"/>
                <a:gd name="connsiteX1" fmla="*/ 543306 w 543305"/>
                <a:gd name="connsiteY1" fmla="*/ 0 h 543306"/>
                <a:gd name="connsiteX2" fmla="*/ 543306 w 543305"/>
                <a:gd name="connsiteY2" fmla="*/ 543306 h 543306"/>
                <a:gd name="connsiteX3" fmla="*/ 0 w 543305"/>
                <a:gd name="connsiteY3" fmla="*/ 543306 h 543306"/>
              </a:gdLst>
              <a:ahLst/>
              <a:cxnLst>
                <a:cxn ang="0">
                  <a:pos x="connsiteX0" y="connsiteY0"/>
                </a:cxn>
                <a:cxn ang="0">
                  <a:pos x="connsiteX1" y="connsiteY1"/>
                </a:cxn>
                <a:cxn ang="0">
                  <a:pos x="connsiteX2" y="connsiteY2"/>
                </a:cxn>
                <a:cxn ang="0">
                  <a:pos x="connsiteX3" y="connsiteY3"/>
                </a:cxn>
              </a:cxnLst>
              <a:rect l="l" t="t" r="r" b="b"/>
              <a:pathLst>
                <a:path w="543305" h="543306">
                  <a:moveTo>
                    <a:pt x="0" y="0"/>
                  </a:moveTo>
                  <a:lnTo>
                    <a:pt x="543306" y="0"/>
                  </a:lnTo>
                  <a:lnTo>
                    <a:pt x="543306" y="543306"/>
                  </a:lnTo>
                  <a:lnTo>
                    <a:pt x="0" y="543306"/>
                  </a:lnTo>
                  <a:close/>
                </a:path>
              </a:pathLst>
            </a:custGeom>
            <a:solidFill>
              <a:srgbClr val="007934"/>
            </a:solidFill>
            <a:ln w="9525" cap="flat">
              <a:noFill/>
              <a:prstDash val="solid"/>
              <a:miter/>
            </a:ln>
          </p:spPr>
          <p:txBody>
            <a:bodyPr rtlCol="0" anchor="ctr"/>
            <a:lstStyle/>
            <a:p>
              <a:endParaRPr lang="en-US" dirty="0">
                <a:latin typeface="Aptos Light" panose="020B0004020202020204" pitchFamily="34" charset="0"/>
              </a:endParaRPr>
            </a:p>
          </p:txBody>
        </p:sp>
        <p:sp>
          <p:nvSpPr>
            <p:cNvPr id="133" name="Freeform 132">
              <a:extLst>
                <a:ext uri="{FF2B5EF4-FFF2-40B4-BE49-F238E27FC236}">
                  <a16:creationId xmlns:a16="http://schemas.microsoft.com/office/drawing/2014/main" id="{79F594E5-39F7-5122-ACD7-B01BB6AD6085}"/>
                </a:ext>
              </a:extLst>
            </p:cNvPr>
            <p:cNvSpPr/>
            <p:nvPr userDrawn="1"/>
          </p:nvSpPr>
          <p:spPr>
            <a:xfrm>
              <a:off x="9250999" y="2079375"/>
              <a:ext cx="335713" cy="335714"/>
            </a:xfrm>
            <a:custGeom>
              <a:avLst/>
              <a:gdLst>
                <a:gd name="connsiteX0" fmla="*/ 81915 w 163830"/>
                <a:gd name="connsiteY0" fmla="*/ 0 h 163830"/>
                <a:gd name="connsiteX1" fmla="*/ 0 w 163830"/>
                <a:gd name="connsiteY1" fmla="*/ 81915 h 163830"/>
                <a:gd name="connsiteX2" fmla="*/ 81915 w 163830"/>
                <a:gd name="connsiteY2" fmla="*/ 163830 h 163830"/>
                <a:gd name="connsiteX3" fmla="*/ 163830 w 163830"/>
                <a:gd name="connsiteY3" fmla="*/ 81915 h 163830"/>
                <a:gd name="connsiteX4" fmla="*/ 81915 w 163830"/>
                <a:gd name="connsiteY4" fmla="*/ 0 h 163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830" h="163830">
                  <a:moveTo>
                    <a:pt x="81915" y="0"/>
                  </a:moveTo>
                  <a:cubicBezTo>
                    <a:pt x="36672" y="0"/>
                    <a:pt x="0" y="36671"/>
                    <a:pt x="0" y="81915"/>
                  </a:cubicBezTo>
                  <a:cubicBezTo>
                    <a:pt x="0" y="127159"/>
                    <a:pt x="36672" y="163830"/>
                    <a:pt x="81915" y="163830"/>
                  </a:cubicBezTo>
                  <a:cubicBezTo>
                    <a:pt x="127159" y="163830"/>
                    <a:pt x="163830" y="127159"/>
                    <a:pt x="163830" y="81915"/>
                  </a:cubicBezTo>
                  <a:cubicBezTo>
                    <a:pt x="163830" y="36671"/>
                    <a:pt x="127159" y="0"/>
                    <a:pt x="81915" y="0"/>
                  </a:cubicBezTo>
                  <a:close/>
                </a:path>
              </a:pathLst>
            </a:custGeom>
            <a:solidFill>
              <a:srgbClr val="FFFFFF"/>
            </a:solidFill>
            <a:ln w="9525" cap="flat">
              <a:noFill/>
              <a:prstDash val="solid"/>
              <a:miter/>
            </a:ln>
          </p:spPr>
          <p:txBody>
            <a:bodyPr rtlCol="0" anchor="ctr"/>
            <a:lstStyle/>
            <a:p>
              <a:endParaRPr lang="en-US" dirty="0">
                <a:latin typeface="Aptos Light" panose="020B0004020202020204" pitchFamily="34" charset="0"/>
              </a:endParaRPr>
            </a:p>
          </p:txBody>
        </p:sp>
        <p:sp>
          <p:nvSpPr>
            <p:cNvPr id="134" name="Freeform 133">
              <a:extLst>
                <a:ext uri="{FF2B5EF4-FFF2-40B4-BE49-F238E27FC236}">
                  <a16:creationId xmlns:a16="http://schemas.microsoft.com/office/drawing/2014/main" id="{9221A9C7-C6AD-0626-16DC-BE6C6F74C19B}"/>
                </a:ext>
              </a:extLst>
            </p:cNvPr>
            <p:cNvSpPr/>
            <p:nvPr userDrawn="1"/>
          </p:nvSpPr>
          <p:spPr>
            <a:xfrm>
              <a:off x="8804617" y="2079375"/>
              <a:ext cx="335713" cy="335711"/>
            </a:xfrm>
            <a:custGeom>
              <a:avLst/>
              <a:gdLst>
                <a:gd name="connsiteX0" fmla="*/ 163830 w 163830"/>
                <a:gd name="connsiteY0" fmla="*/ 81915 h 163829"/>
                <a:gd name="connsiteX1" fmla="*/ 81915 w 163830"/>
                <a:gd name="connsiteY1" fmla="*/ 163830 h 163829"/>
                <a:gd name="connsiteX2" fmla="*/ 1 w 163830"/>
                <a:gd name="connsiteY2" fmla="*/ 81915 h 163829"/>
                <a:gd name="connsiteX3" fmla="*/ 81915 w 163830"/>
                <a:gd name="connsiteY3" fmla="*/ 0 h 163829"/>
                <a:gd name="connsiteX4" fmla="*/ 163830 w 163830"/>
                <a:gd name="connsiteY4" fmla="*/ 81915 h 163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830" h="163829">
                  <a:moveTo>
                    <a:pt x="163830" y="81915"/>
                  </a:moveTo>
                  <a:cubicBezTo>
                    <a:pt x="163830" y="127155"/>
                    <a:pt x="127156" y="163830"/>
                    <a:pt x="81915" y="163830"/>
                  </a:cubicBezTo>
                  <a:cubicBezTo>
                    <a:pt x="36675" y="163830"/>
                    <a:pt x="1" y="127155"/>
                    <a:pt x="1" y="81915"/>
                  </a:cubicBezTo>
                  <a:cubicBezTo>
                    <a:pt x="1" y="36675"/>
                    <a:pt x="36675" y="0"/>
                    <a:pt x="81915" y="0"/>
                  </a:cubicBezTo>
                  <a:cubicBezTo>
                    <a:pt x="127156" y="0"/>
                    <a:pt x="163830" y="36675"/>
                    <a:pt x="163830" y="81915"/>
                  </a:cubicBezTo>
                  <a:close/>
                </a:path>
              </a:pathLst>
            </a:custGeom>
            <a:solidFill>
              <a:srgbClr val="FFFFFF"/>
            </a:solidFill>
            <a:ln w="9525" cap="flat">
              <a:noFill/>
              <a:prstDash val="solid"/>
              <a:miter/>
            </a:ln>
          </p:spPr>
          <p:txBody>
            <a:bodyPr rtlCol="0" anchor="ctr"/>
            <a:lstStyle/>
            <a:p>
              <a:endParaRPr lang="en-US" dirty="0">
                <a:latin typeface="Aptos Light" panose="020B0004020202020204" pitchFamily="34" charset="0"/>
              </a:endParaRPr>
            </a:p>
          </p:txBody>
        </p:sp>
        <p:sp>
          <p:nvSpPr>
            <p:cNvPr id="135" name="Freeform 134">
              <a:extLst>
                <a:ext uri="{FF2B5EF4-FFF2-40B4-BE49-F238E27FC236}">
                  <a16:creationId xmlns:a16="http://schemas.microsoft.com/office/drawing/2014/main" id="{2857E51B-0F39-5587-5067-B466AAFF56CC}"/>
                </a:ext>
              </a:extLst>
            </p:cNvPr>
            <p:cNvSpPr/>
            <p:nvPr userDrawn="1"/>
          </p:nvSpPr>
          <p:spPr>
            <a:xfrm>
              <a:off x="3663327" y="1692523"/>
              <a:ext cx="1113318" cy="1113318"/>
            </a:xfrm>
            <a:custGeom>
              <a:avLst/>
              <a:gdLst>
                <a:gd name="connsiteX0" fmla="*/ 0 w 543306"/>
                <a:gd name="connsiteY0" fmla="*/ 0 h 543306"/>
                <a:gd name="connsiteX1" fmla="*/ 543306 w 543306"/>
                <a:gd name="connsiteY1" fmla="*/ 0 h 543306"/>
                <a:gd name="connsiteX2" fmla="*/ 543306 w 543306"/>
                <a:gd name="connsiteY2" fmla="*/ 543306 h 543306"/>
                <a:gd name="connsiteX3" fmla="*/ 0 w 543306"/>
                <a:gd name="connsiteY3" fmla="*/ 543306 h 543306"/>
              </a:gdLst>
              <a:ahLst/>
              <a:cxnLst>
                <a:cxn ang="0">
                  <a:pos x="connsiteX0" y="connsiteY0"/>
                </a:cxn>
                <a:cxn ang="0">
                  <a:pos x="connsiteX1" y="connsiteY1"/>
                </a:cxn>
                <a:cxn ang="0">
                  <a:pos x="connsiteX2" y="connsiteY2"/>
                </a:cxn>
                <a:cxn ang="0">
                  <a:pos x="connsiteX3" y="connsiteY3"/>
                </a:cxn>
              </a:cxnLst>
              <a:rect l="l" t="t" r="r" b="b"/>
              <a:pathLst>
                <a:path w="543306" h="543306">
                  <a:moveTo>
                    <a:pt x="0" y="0"/>
                  </a:moveTo>
                  <a:lnTo>
                    <a:pt x="543306" y="0"/>
                  </a:lnTo>
                  <a:lnTo>
                    <a:pt x="543306" y="543306"/>
                  </a:lnTo>
                  <a:lnTo>
                    <a:pt x="0" y="543306"/>
                  </a:lnTo>
                  <a:close/>
                </a:path>
              </a:pathLst>
            </a:custGeom>
            <a:solidFill>
              <a:srgbClr val="007934"/>
            </a:solidFill>
            <a:ln w="9525" cap="flat">
              <a:noFill/>
              <a:prstDash val="solid"/>
              <a:miter/>
            </a:ln>
          </p:spPr>
          <p:txBody>
            <a:bodyPr rtlCol="0" anchor="ctr"/>
            <a:lstStyle/>
            <a:p>
              <a:endParaRPr lang="en-US" dirty="0">
                <a:latin typeface="Aptos Light" panose="020B0004020202020204" pitchFamily="34" charset="0"/>
              </a:endParaRPr>
            </a:p>
          </p:txBody>
        </p:sp>
        <p:sp>
          <p:nvSpPr>
            <p:cNvPr id="136" name="Freeform 135">
              <a:extLst>
                <a:ext uri="{FF2B5EF4-FFF2-40B4-BE49-F238E27FC236}">
                  <a16:creationId xmlns:a16="http://schemas.microsoft.com/office/drawing/2014/main" id="{B9A5378C-3AD2-2975-4FF4-12CED3D169DD}"/>
                </a:ext>
              </a:extLst>
            </p:cNvPr>
            <p:cNvSpPr/>
            <p:nvPr userDrawn="1"/>
          </p:nvSpPr>
          <p:spPr>
            <a:xfrm>
              <a:off x="3867878" y="1889462"/>
              <a:ext cx="703825" cy="719246"/>
            </a:xfrm>
            <a:custGeom>
              <a:avLst/>
              <a:gdLst>
                <a:gd name="connsiteX0" fmla="*/ 204406 w 343471"/>
                <a:gd name="connsiteY0" fmla="*/ 148685 h 350996"/>
                <a:gd name="connsiteX1" fmla="*/ 332327 w 343471"/>
                <a:gd name="connsiteY1" fmla="*/ 0 h 350996"/>
                <a:gd name="connsiteX2" fmla="*/ 302038 w 343471"/>
                <a:gd name="connsiteY2" fmla="*/ 0 h 350996"/>
                <a:gd name="connsiteX3" fmla="*/ 190976 w 343471"/>
                <a:gd name="connsiteY3" fmla="*/ 129064 h 350996"/>
                <a:gd name="connsiteX4" fmla="*/ 102298 w 343471"/>
                <a:gd name="connsiteY4" fmla="*/ 0 h 350996"/>
                <a:gd name="connsiteX5" fmla="*/ 0 w 343471"/>
                <a:gd name="connsiteY5" fmla="*/ 0 h 350996"/>
                <a:gd name="connsiteX6" fmla="*/ 134112 w 343471"/>
                <a:gd name="connsiteY6" fmla="*/ 195167 h 350996"/>
                <a:gd name="connsiteX7" fmla="*/ 0 w 343471"/>
                <a:gd name="connsiteY7" fmla="*/ 350996 h 350996"/>
                <a:gd name="connsiteX8" fmla="*/ 30289 w 343471"/>
                <a:gd name="connsiteY8" fmla="*/ 350996 h 350996"/>
                <a:gd name="connsiteX9" fmla="*/ 147542 w 343471"/>
                <a:gd name="connsiteY9" fmla="*/ 214694 h 350996"/>
                <a:gd name="connsiteX10" fmla="*/ 241173 w 343471"/>
                <a:gd name="connsiteY10" fmla="*/ 350996 h 350996"/>
                <a:gd name="connsiteX11" fmla="*/ 343471 w 343471"/>
                <a:gd name="connsiteY11" fmla="*/ 350996 h 350996"/>
                <a:gd name="connsiteX12" fmla="*/ 204406 w 343471"/>
                <a:gd name="connsiteY12" fmla="*/ 148590 h 350996"/>
                <a:gd name="connsiteX13" fmla="*/ 204406 w 343471"/>
                <a:gd name="connsiteY13" fmla="*/ 148590 h 350996"/>
                <a:gd name="connsiteX14" fmla="*/ 162973 w 343471"/>
                <a:gd name="connsiteY14" fmla="*/ 196882 h 350996"/>
                <a:gd name="connsiteX15" fmla="*/ 149352 w 343471"/>
                <a:gd name="connsiteY15" fmla="*/ 177451 h 350996"/>
                <a:gd name="connsiteX16" fmla="*/ 41243 w 343471"/>
                <a:gd name="connsiteY16" fmla="*/ 22765 h 350996"/>
                <a:gd name="connsiteX17" fmla="*/ 87821 w 343471"/>
                <a:gd name="connsiteY17" fmla="*/ 22765 h 350996"/>
                <a:gd name="connsiteX18" fmla="*/ 175070 w 343471"/>
                <a:gd name="connsiteY18" fmla="*/ 147542 h 350996"/>
                <a:gd name="connsiteX19" fmla="*/ 188690 w 343471"/>
                <a:gd name="connsiteY19" fmla="*/ 166973 h 350996"/>
                <a:gd name="connsiteX20" fmla="*/ 302133 w 343471"/>
                <a:gd name="connsiteY20" fmla="*/ 329184 h 350996"/>
                <a:gd name="connsiteX21" fmla="*/ 255556 w 343471"/>
                <a:gd name="connsiteY21" fmla="*/ 329184 h 350996"/>
                <a:gd name="connsiteX22" fmla="*/ 162973 w 343471"/>
                <a:gd name="connsiteY22" fmla="*/ 196787 h 350996"/>
                <a:gd name="connsiteX23" fmla="*/ 162973 w 343471"/>
                <a:gd name="connsiteY23" fmla="*/ 196787 h 350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3471" h="350996">
                  <a:moveTo>
                    <a:pt x="204406" y="148685"/>
                  </a:moveTo>
                  <a:lnTo>
                    <a:pt x="332327" y="0"/>
                  </a:lnTo>
                  <a:lnTo>
                    <a:pt x="302038" y="0"/>
                  </a:lnTo>
                  <a:lnTo>
                    <a:pt x="190976" y="129064"/>
                  </a:lnTo>
                  <a:lnTo>
                    <a:pt x="102298" y="0"/>
                  </a:lnTo>
                  <a:lnTo>
                    <a:pt x="0" y="0"/>
                  </a:lnTo>
                  <a:lnTo>
                    <a:pt x="134112" y="195167"/>
                  </a:lnTo>
                  <a:lnTo>
                    <a:pt x="0" y="350996"/>
                  </a:lnTo>
                  <a:lnTo>
                    <a:pt x="30289" y="350996"/>
                  </a:lnTo>
                  <a:lnTo>
                    <a:pt x="147542" y="214694"/>
                  </a:lnTo>
                  <a:lnTo>
                    <a:pt x="241173" y="350996"/>
                  </a:lnTo>
                  <a:lnTo>
                    <a:pt x="343471" y="350996"/>
                  </a:lnTo>
                  <a:lnTo>
                    <a:pt x="204406" y="148590"/>
                  </a:lnTo>
                  <a:lnTo>
                    <a:pt x="204406" y="148590"/>
                  </a:lnTo>
                  <a:close/>
                  <a:moveTo>
                    <a:pt x="162973" y="196882"/>
                  </a:moveTo>
                  <a:lnTo>
                    <a:pt x="149352" y="177451"/>
                  </a:lnTo>
                  <a:lnTo>
                    <a:pt x="41243" y="22765"/>
                  </a:lnTo>
                  <a:lnTo>
                    <a:pt x="87821" y="22765"/>
                  </a:lnTo>
                  <a:lnTo>
                    <a:pt x="175070" y="147542"/>
                  </a:lnTo>
                  <a:lnTo>
                    <a:pt x="188690" y="166973"/>
                  </a:lnTo>
                  <a:lnTo>
                    <a:pt x="302133" y="329184"/>
                  </a:lnTo>
                  <a:lnTo>
                    <a:pt x="255556" y="329184"/>
                  </a:lnTo>
                  <a:lnTo>
                    <a:pt x="162973" y="196787"/>
                  </a:lnTo>
                  <a:lnTo>
                    <a:pt x="162973" y="196787"/>
                  </a:lnTo>
                  <a:close/>
                </a:path>
              </a:pathLst>
            </a:custGeom>
            <a:solidFill>
              <a:srgbClr val="FFFFFF"/>
            </a:solidFill>
            <a:ln w="9525" cap="flat">
              <a:noFill/>
              <a:prstDash val="solid"/>
              <a:miter/>
            </a:ln>
          </p:spPr>
          <p:txBody>
            <a:bodyPr rtlCol="0" anchor="ctr"/>
            <a:lstStyle/>
            <a:p>
              <a:endParaRPr lang="en-US" dirty="0">
                <a:latin typeface="Aptos Light" panose="020B0004020202020204" pitchFamily="34" charset="0"/>
              </a:endParaRPr>
            </a:p>
          </p:txBody>
        </p:sp>
      </p:grpSp>
      <p:sp>
        <p:nvSpPr>
          <p:cNvPr id="2" name="Title 7">
            <a:extLst>
              <a:ext uri="{FF2B5EF4-FFF2-40B4-BE49-F238E27FC236}">
                <a16:creationId xmlns:a16="http://schemas.microsoft.com/office/drawing/2014/main" id="{DAE593DB-8ADA-2B81-0837-94D520E6318E}"/>
              </a:ext>
            </a:extLst>
          </p:cNvPr>
          <p:cNvSpPr>
            <a:spLocks noGrp="1"/>
          </p:cNvSpPr>
          <p:nvPr>
            <p:ph type="title" hasCustomPrompt="1"/>
          </p:nvPr>
        </p:nvSpPr>
        <p:spPr>
          <a:xfrm>
            <a:off x="314692" y="365125"/>
            <a:ext cx="11492432" cy="886397"/>
          </a:xfrm>
        </p:spPr>
        <p:txBody>
          <a:bodyPr/>
          <a:lstStyle>
            <a:lvl1pPr>
              <a:defRPr>
                <a:latin typeface="+mj-lt"/>
              </a:defRPr>
            </a:lvl1pPr>
          </a:lstStyle>
          <a:p>
            <a:r>
              <a:rPr lang="en-US" dirty="0"/>
              <a:t>Keep up with ORNL’s latest scientific discoveries, economic impacts, and solutions for energy and national security</a:t>
            </a:r>
          </a:p>
        </p:txBody>
      </p:sp>
    </p:spTree>
    <p:extLst>
      <p:ext uri="{BB962C8B-B14F-4D97-AF65-F5344CB8AC3E}">
        <p14:creationId xmlns:p14="http://schemas.microsoft.com/office/powerpoint/2010/main" val="28733716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clusion | Logo">
    <p:spTree>
      <p:nvGrpSpPr>
        <p:cNvPr id="1" name=""/>
        <p:cNvGrpSpPr/>
        <p:nvPr/>
      </p:nvGrpSpPr>
      <p:grpSpPr>
        <a:xfrm>
          <a:off x="0" y="0"/>
          <a:ext cx="0" cy="0"/>
          <a:chOff x="0" y="0"/>
          <a:chExt cx="0" cy="0"/>
        </a:xfrm>
      </p:grpSpPr>
      <p:pic>
        <p:nvPicPr>
          <p:cNvPr id="3" name="Graphic 285">
            <a:extLst>
              <a:ext uri="{FF2B5EF4-FFF2-40B4-BE49-F238E27FC236}">
                <a16:creationId xmlns:a16="http://schemas.microsoft.com/office/drawing/2014/main" id="{89B1F087-DF83-09A8-95A1-156B3E903116}"/>
              </a:ext>
            </a:extLst>
          </p:cNvPr>
          <p:cNvPicPr>
            <a:picLocks noChangeAspect="1"/>
          </p:cNvPicPr>
          <p:nvPr userDrawn="1"/>
        </p:nvPicPr>
        <p:blipFill>
          <a:blip r:embed="rId2"/>
          <a:srcRect/>
          <a:stretch/>
        </p:blipFill>
        <p:spPr>
          <a:xfrm>
            <a:off x="0" y="0"/>
            <a:ext cx="12192000" cy="6858000"/>
          </a:xfrm>
          <a:prstGeom prst="rect">
            <a:avLst/>
          </a:prstGeom>
        </p:spPr>
      </p:pic>
      <p:pic>
        <p:nvPicPr>
          <p:cNvPr id="37" name="Graphic 36">
            <a:extLst>
              <a:ext uri="{FF2B5EF4-FFF2-40B4-BE49-F238E27FC236}">
                <a16:creationId xmlns:a16="http://schemas.microsoft.com/office/drawing/2014/main" id="{5CAC3282-DC62-4A2A-767F-48373E113E9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09255" y="2735048"/>
            <a:ext cx="5773490" cy="1387904"/>
          </a:xfrm>
          <a:prstGeom prst="rect">
            <a:avLst/>
          </a:prstGeom>
        </p:spPr>
      </p:pic>
      <p:grpSp>
        <p:nvGrpSpPr>
          <p:cNvPr id="4" name="Group 3">
            <a:extLst>
              <a:ext uri="{FF2B5EF4-FFF2-40B4-BE49-F238E27FC236}">
                <a16:creationId xmlns:a16="http://schemas.microsoft.com/office/drawing/2014/main" id="{3CBD199E-AAB8-C86C-7065-B0DAAC996DDA}"/>
              </a:ext>
            </a:extLst>
          </p:cNvPr>
          <p:cNvGrpSpPr/>
          <p:nvPr userDrawn="1"/>
        </p:nvGrpSpPr>
        <p:grpSpPr>
          <a:xfrm>
            <a:off x="4217981" y="6109219"/>
            <a:ext cx="4556510" cy="438912"/>
            <a:chOff x="859536" y="6108192"/>
            <a:chExt cx="4556510" cy="438912"/>
          </a:xfrm>
        </p:grpSpPr>
        <p:sp>
          <p:nvSpPr>
            <p:cNvPr id="7" name="TextBox 6">
              <a:extLst>
                <a:ext uri="{FF2B5EF4-FFF2-40B4-BE49-F238E27FC236}">
                  <a16:creationId xmlns:a16="http://schemas.microsoft.com/office/drawing/2014/main" id="{97197F97-DD05-46DC-A43C-9A85A489A4DD}"/>
                </a:ext>
              </a:extLst>
            </p:cNvPr>
            <p:cNvSpPr txBox="1"/>
            <p:nvPr userDrawn="1"/>
          </p:nvSpPr>
          <p:spPr>
            <a:xfrm>
              <a:off x="2368064" y="6156068"/>
              <a:ext cx="3047982" cy="369332"/>
            </a:xfrm>
            <a:prstGeom prst="rect">
              <a:avLst/>
            </a:prstGeom>
            <a:noFill/>
          </p:spPr>
          <p:txBody>
            <a:bodyPr wrap="square" lIns="182880" rtlCol="0">
              <a:spAutoFit/>
            </a:bodyPr>
            <a:lstStyle/>
            <a:p>
              <a:r>
                <a:rPr lang="en-US" sz="900" b="0" i="0" dirty="0">
                  <a:solidFill>
                    <a:schemeClr val="bg1"/>
                  </a:solidFill>
                  <a:latin typeface="+mn-lt"/>
                  <a:ea typeface="Aptos" panose="02000000000000000000" pitchFamily="2" charset="0"/>
                </a:rPr>
                <a:t>ORNL IS MANAGED BY UT-BATTELLE LLC </a:t>
              </a:r>
              <a:br>
                <a:rPr lang="en-US" sz="900" b="0" i="0" dirty="0">
                  <a:solidFill>
                    <a:schemeClr val="bg1"/>
                  </a:solidFill>
                  <a:latin typeface="+mn-lt"/>
                  <a:ea typeface="Aptos" panose="02000000000000000000" pitchFamily="2" charset="0"/>
                </a:rPr>
              </a:br>
              <a:r>
                <a:rPr lang="en-US" sz="900" b="0" i="0" dirty="0">
                  <a:solidFill>
                    <a:schemeClr val="bg1"/>
                  </a:solidFill>
                  <a:latin typeface="+mn-lt"/>
                  <a:ea typeface="Aptos" panose="02000000000000000000" pitchFamily="2" charset="0"/>
                </a:rPr>
                <a:t>FOR THE US DEPARTMENT OF ENERGY</a:t>
              </a:r>
            </a:p>
          </p:txBody>
        </p:sp>
        <p:pic>
          <p:nvPicPr>
            <p:cNvPr id="8" name="Picture 7" descr="Text&#10;&#10;AI-generated content may be incorrect.">
              <a:extLst>
                <a:ext uri="{FF2B5EF4-FFF2-40B4-BE49-F238E27FC236}">
                  <a16:creationId xmlns:a16="http://schemas.microsoft.com/office/drawing/2014/main" id="{CCDFDBFA-B5E9-EA5B-FE47-B868EED9A8DE}"/>
                </a:ext>
              </a:extLst>
            </p:cNvPr>
            <p:cNvPicPr>
              <a:picLocks noChangeAspect="1"/>
            </p:cNvPicPr>
            <p:nvPr userDrawn="1"/>
          </p:nvPicPr>
          <p:blipFill>
            <a:blip r:embed="rId4"/>
            <a:stretch>
              <a:fillRect/>
            </a:stretch>
          </p:blipFill>
          <p:spPr>
            <a:xfrm>
              <a:off x="859536" y="6108192"/>
              <a:ext cx="1528065" cy="438912"/>
            </a:xfrm>
            <a:prstGeom prst="rect">
              <a:avLst/>
            </a:prstGeom>
          </p:spPr>
        </p:pic>
      </p:grpSp>
    </p:spTree>
    <p:extLst>
      <p:ext uri="{BB962C8B-B14F-4D97-AF65-F5344CB8AC3E}">
        <p14:creationId xmlns:p14="http://schemas.microsoft.com/office/powerpoint/2010/main" val="1754154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4753CB-6476-BF2C-3CDC-FAB102C713EC}"/>
              </a:ext>
            </a:extLst>
          </p:cNvPr>
          <p:cNvSpPr>
            <a:spLocks noGrp="1"/>
          </p:cNvSpPr>
          <p:nvPr>
            <p:ph type="title"/>
          </p:nvPr>
        </p:nvSpPr>
        <p:spPr>
          <a:xfrm>
            <a:off x="314692" y="365125"/>
            <a:ext cx="11492432" cy="443198"/>
          </a:xfrm>
          <a:prstGeom prst="rect">
            <a:avLst/>
          </a:prstGeom>
        </p:spPr>
        <p:txBody>
          <a:bodyPr vert="horz" wrap="square"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7933DD6-9940-13F2-ECB0-187773310927}"/>
              </a:ext>
            </a:extLst>
          </p:cNvPr>
          <p:cNvSpPr>
            <a:spLocks noGrp="1"/>
          </p:cNvSpPr>
          <p:nvPr>
            <p:ph type="body" idx="1"/>
          </p:nvPr>
        </p:nvSpPr>
        <p:spPr>
          <a:xfrm>
            <a:off x="314692" y="1817556"/>
            <a:ext cx="11492432" cy="402055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Rectangle 6">
            <a:extLst>
              <a:ext uri="{FF2B5EF4-FFF2-40B4-BE49-F238E27FC236}">
                <a16:creationId xmlns:a16="http://schemas.microsoft.com/office/drawing/2014/main" id="{25FC33D5-6A3D-626E-929B-EDEF84A7F09B}"/>
              </a:ext>
            </a:extLst>
          </p:cNvPr>
          <p:cNvSpPr>
            <a:spLocks noChangeArrowheads="1"/>
          </p:cNvSpPr>
          <p:nvPr userDrawn="1"/>
        </p:nvSpPr>
        <p:spPr bwMode="auto">
          <a:xfrm flipH="1">
            <a:off x="11526723" y="6576851"/>
            <a:ext cx="280401" cy="152400"/>
          </a:xfrm>
          <a:prstGeom prst="rect">
            <a:avLst/>
          </a:prstGeom>
          <a:noFill/>
          <a:ln w="9525">
            <a:noFill/>
            <a:miter lim="800000"/>
            <a:headEnd/>
            <a:tailEnd/>
          </a:ln>
          <a:effectLst/>
        </p:spPr>
        <p:txBody>
          <a:bodyPr lIns="0" tIns="0" rIns="0" bIns="0"/>
          <a:lstStyle/>
          <a:p>
            <a:pPr algn="ctr" defTabSz="173038">
              <a:lnSpc>
                <a:spcPct val="90000"/>
              </a:lnSpc>
              <a:tabLst>
                <a:tab pos="230188" algn="l"/>
              </a:tabLst>
              <a:defRPr/>
            </a:pPr>
            <a:fld id="{040BB257-551A-4736-B50F-DCF1BA034C06}" type="slidenum">
              <a:rPr lang="en-US" sz="1100" b="1" i="0" smtClean="0">
                <a:solidFill>
                  <a:schemeClr val="bg2"/>
                </a:solidFill>
                <a:latin typeface="+mn-lt"/>
                <a:ea typeface="Aptos" panose="02000000000000000000" pitchFamily="2" charset="0"/>
                <a:cs typeface="Times New Roman" panose="02020603050405020304" pitchFamily="18" charset="0"/>
              </a:rPr>
              <a:pPr algn="ctr" defTabSz="173038">
                <a:lnSpc>
                  <a:spcPct val="90000"/>
                </a:lnSpc>
                <a:tabLst>
                  <a:tab pos="230188" algn="l"/>
                </a:tabLst>
                <a:defRPr/>
              </a:pPr>
              <a:t>‹#›</a:t>
            </a:fld>
            <a:endParaRPr lang="en-US" sz="1100" b="1" i="0" dirty="0">
              <a:solidFill>
                <a:schemeClr val="bg2"/>
              </a:solidFill>
              <a:latin typeface="+mn-lt"/>
              <a:ea typeface="Aptos" panose="02000000000000000000" pitchFamily="2" charset="0"/>
              <a:cs typeface="Times New Roman" panose="02020603050405020304" pitchFamily="18" charset="0"/>
            </a:endParaRPr>
          </a:p>
        </p:txBody>
      </p:sp>
      <p:sp>
        <p:nvSpPr>
          <p:cNvPr id="41" name="Rectangle 256">
            <a:extLst>
              <a:ext uri="{FF2B5EF4-FFF2-40B4-BE49-F238E27FC236}">
                <a16:creationId xmlns:a16="http://schemas.microsoft.com/office/drawing/2014/main" id="{DF5E4726-94A1-FED7-677B-96B372546603}"/>
              </a:ext>
            </a:extLst>
          </p:cNvPr>
          <p:cNvSpPr txBox="1">
            <a:spLocks noChangeArrowheads="1"/>
          </p:cNvSpPr>
          <p:nvPr userDrawn="1"/>
        </p:nvSpPr>
        <p:spPr>
          <a:xfrm>
            <a:off x="7599464" y="6576851"/>
            <a:ext cx="3860800" cy="152400"/>
          </a:xfrm>
          <a:prstGeom prst="rect">
            <a:avLst/>
          </a:prstGeom>
          <a:ln/>
        </p:spPr>
        <p:txBody>
          <a:bodyPr anchor="ctr"/>
          <a:lstStyle/>
          <a:p>
            <a:pPr algn="r"/>
            <a:r>
              <a:rPr lang="en-US" sz="1000" dirty="0">
                <a:solidFill>
                  <a:schemeClr val="bg2"/>
                </a:solidFill>
                <a:latin typeface="Aptos Light" panose="020B0004020202020204" pitchFamily="34" charset="0"/>
                <a:ea typeface="Aptos" panose="02000000000000000000" pitchFamily="2" charset="0"/>
                <a:cs typeface="Arial" pitchFamily="34" charset="0"/>
              </a:rPr>
              <a:t> </a:t>
            </a:r>
          </a:p>
        </p:txBody>
      </p:sp>
      <p:pic>
        <p:nvPicPr>
          <p:cNvPr id="4" name="Graphic 3">
            <a:extLst>
              <a:ext uri="{FF2B5EF4-FFF2-40B4-BE49-F238E27FC236}">
                <a16:creationId xmlns:a16="http://schemas.microsoft.com/office/drawing/2014/main" id="{54E8AFC4-0CE6-E93B-9E8C-DB368BD3C3DA}"/>
              </a:ext>
            </a:extLst>
          </p:cNvPr>
          <p:cNvPicPr>
            <a:picLocks noChangeAspect="1"/>
          </p:cNvPicPr>
          <p:nvPr userDrawn="1"/>
        </p:nvPicPr>
        <p:blipFill>
          <a:blip>
            <a:extLst>
              <a:ext uri="{96DAC541-7B7A-43D3-8B79-37D633B846F1}">
                <asvg:svgBlip xmlns:asvg="http://schemas.microsoft.com/office/drawing/2016/SVG/main" r:embed="rId32"/>
              </a:ext>
            </a:extLst>
          </a:blip>
          <a:stretch>
            <a:fillRect/>
          </a:stretch>
        </p:blipFill>
        <p:spPr>
          <a:xfrm>
            <a:off x="314693" y="6431818"/>
            <a:ext cx="1188988" cy="285824"/>
          </a:xfrm>
          <a:prstGeom prst="rect">
            <a:avLst/>
          </a:prstGeom>
        </p:spPr>
      </p:pic>
    </p:spTree>
    <p:extLst>
      <p:ext uri="{BB962C8B-B14F-4D97-AF65-F5344CB8AC3E}">
        <p14:creationId xmlns:p14="http://schemas.microsoft.com/office/powerpoint/2010/main" val="2196214776"/>
      </p:ext>
    </p:extLst>
  </p:cSld>
  <p:clrMap bg1="lt1" tx1="dk1" bg2="lt2" tx2="dk2" accent1="accent1" accent2="accent2" accent3="accent3" accent4="accent4" accent5="accent5" accent6="accent6" hlink="hlink" folHlink="folHlink"/>
  <p:sldLayoutIdLst>
    <p:sldLayoutId id="2147483873" r:id="rId1"/>
    <p:sldLayoutId id="2147483939" r:id="rId2"/>
    <p:sldLayoutId id="2147483896" r:id="rId3"/>
    <p:sldLayoutId id="2147483927" r:id="rId4"/>
    <p:sldLayoutId id="2147483941" r:id="rId5"/>
    <p:sldLayoutId id="2147483832" r:id="rId6"/>
    <p:sldLayoutId id="2147483894" r:id="rId7"/>
    <p:sldLayoutId id="2147483829" r:id="rId8"/>
    <p:sldLayoutId id="2147483897" r:id="rId9"/>
    <p:sldLayoutId id="2147483833" r:id="rId10"/>
    <p:sldLayoutId id="2147483952" r:id="rId11"/>
    <p:sldLayoutId id="2147483953" r:id="rId12"/>
    <p:sldLayoutId id="2147483954" r:id="rId13"/>
    <p:sldLayoutId id="2147483955" r:id="rId14"/>
    <p:sldLayoutId id="2147483956" r:id="rId15"/>
    <p:sldLayoutId id="2147483834" r:id="rId16"/>
    <p:sldLayoutId id="2147483940" r:id="rId17"/>
    <p:sldLayoutId id="2147483835" r:id="rId18"/>
    <p:sldLayoutId id="2147483928" r:id="rId19"/>
    <p:sldLayoutId id="2147483906" r:id="rId20"/>
    <p:sldLayoutId id="2147483905" r:id="rId21"/>
    <p:sldLayoutId id="2147483937" r:id="rId22"/>
    <p:sldLayoutId id="2147483947" r:id="rId23"/>
    <p:sldLayoutId id="2147483948" r:id="rId24"/>
    <p:sldLayoutId id="2147483951" r:id="rId25"/>
    <p:sldLayoutId id="2147483949" r:id="rId26"/>
    <p:sldLayoutId id="2147483959" r:id="rId27"/>
    <p:sldLayoutId id="2147483861" r:id="rId28"/>
    <p:sldLayoutId id="2147483958" r:id="rId29"/>
    <p:sldLayoutId id="2147483849" r:id="rId30"/>
  </p:sldLayoutIdLst>
  <p:hf hdr="0" dt="0"/>
  <p:txStyles>
    <p:titleStyle>
      <a:lvl1pPr algn="l" defTabSz="914400" rtl="0" eaLnBrk="1" latinLnBrk="0" hangingPunct="1">
        <a:lnSpc>
          <a:spcPct val="90000"/>
        </a:lnSpc>
        <a:spcBef>
          <a:spcPct val="0"/>
        </a:spcBef>
        <a:buNone/>
        <a:defRPr sz="3200" b="1" i="0" kern="1200">
          <a:solidFill>
            <a:schemeClr val="tx1"/>
          </a:solidFill>
          <a:latin typeface="+mj-lt"/>
          <a:ea typeface="Aptos" panose="02000000000000000000" pitchFamily="2" charset="0"/>
          <a:cs typeface="+mj-cs"/>
        </a:defRPr>
      </a:lvl1pPr>
    </p:titleStyle>
    <p:bodyStyle>
      <a:lvl1pPr marL="0" indent="0" algn="l" defTabSz="914400" rtl="0" eaLnBrk="1" latinLnBrk="0" hangingPunct="1">
        <a:lnSpc>
          <a:spcPct val="90000"/>
        </a:lnSpc>
        <a:spcBef>
          <a:spcPts val="1200"/>
        </a:spcBef>
        <a:spcAft>
          <a:spcPts val="60"/>
        </a:spcAft>
        <a:buFont typeface="Arial" panose="020B0604020202020204" pitchFamily="34" charset="0"/>
        <a:buNone/>
        <a:defRPr sz="2200" b="0" i="0" kern="1200">
          <a:solidFill>
            <a:schemeClr val="tx1"/>
          </a:solidFill>
          <a:latin typeface="+mn-lt"/>
          <a:ea typeface="Aptos" panose="02000000000000000000" pitchFamily="2" charset="0"/>
          <a:cs typeface="+mn-cs"/>
        </a:defRPr>
      </a:lvl1pPr>
      <a:lvl2pPr marL="685800" indent="-228600" algn="l" defTabSz="914400" rtl="0" eaLnBrk="1" latinLnBrk="0" hangingPunct="1">
        <a:lnSpc>
          <a:spcPct val="90000"/>
        </a:lnSpc>
        <a:spcBef>
          <a:spcPts val="1200"/>
        </a:spcBef>
        <a:spcAft>
          <a:spcPts val="60"/>
        </a:spcAft>
        <a:buFont typeface="Arial" panose="020B0604020202020204" pitchFamily="34" charset="0"/>
        <a:buChar char="•"/>
        <a:defRPr sz="1800" b="0" i="0" kern="1200">
          <a:solidFill>
            <a:schemeClr val="tx1"/>
          </a:solidFill>
          <a:latin typeface="+mn-lt"/>
          <a:ea typeface="Aptos" panose="02000000000000000000" pitchFamily="2" charset="0"/>
          <a:cs typeface="+mn-cs"/>
        </a:defRPr>
      </a:lvl2pPr>
      <a:lvl3pPr marL="1143000" indent="-228600" algn="l" defTabSz="914400" rtl="0" eaLnBrk="1" latinLnBrk="0" hangingPunct="1">
        <a:lnSpc>
          <a:spcPct val="90000"/>
        </a:lnSpc>
        <a:spcBef>
          <a:spcPts val="1200"/>
        </a:spcBef>
        <a:spcAft>
          <a:spcPts val="60"/>
        </a:spcAft>
        <a:buFont typeface="Arial" panose="020B0604020202020204" pitchFamily="34" charset="0"/>
        <a:buChar char="•"/>
        <a:defRPr sz="1600" b="0" i="0" kern="1200">
          <a:solidFill>
            <a:schemeClr val="tx1"/>
          </a:solidFill>
          <a:latin typeface="+mn-lt"/>
          <a:ea typeface="Aptos" panose="02000000000000000000" pitchFamily="2" charset="0"/>
          <a:cs typeface="+mn-cs"/>
        </a:defRPr>
      </a:lvl3pPr>
      <a:lvl4pPr marL="1600200" indent="-228600" algn="l" defTabSz="914400" rtl="0" eaLnBrk="1" latinLnBrk="0" hangingPunct="1">
        <a:lnSpc>
          <a:spcPct val="90000"/>
        </a:lnSpc>
        <a:spcBef>
          <a:spcPts val="1200"/>
        </a:spcBef>
        <a:spcAft>
          <a:spcPts val="60"/>
        </a:spcAft>
        <a:buFont typeface="Arial" panose="020B0604020202020204" pitchFamily="34" charset="0"/>
        <a:buChar char="•"/>
        <a:defRPr sz="1600" b="0" i="0" kern="1200">
          <a:solidFill>
            <a:schemeClr val="tx1"/>
          </a:solidFill>
          <a:latin typeface="+mn-lt"/>
          <a:ea typeface="Aptos" panose="02000000000000000000" pitchFamily="2" charset="0"/>
          <a:cs typeface="+mn-cs"/>
        </a:defRPr>
      </a:lvl4pPr>
      <a:lvl5pPr marL="2057400" indent="-228600" algn="l" defTabSz="914400" rtl="0" eaLnBrk="1" latinLnBrk="0" hangingPunct="1">
        <a:lnSpc>
          <a:spcPct val="90000"/>
        </a:lnSpc>
        <a:spcBef>
          <a:spcPts val="1200"/>
        </a:spcBef>
        <a:spcAft>
          <a:spcPts val="60"/>
        </a:spcAft>
        <a:buFont typeface="Arial" panose="020B0604020202020204" pitchFamily="34" charset="0"/>
        <a:buChar char="•"/>
        <a:defRPr sz="1600" b="0" i="0" kern="1200">
          <a:solidFill>
            <a:schemeClr val="tx1"/>
          </a:solidFill>
          <a:latin typeface="+mn-lt"/>
          <a:ea typeface="Aptos"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orgs/ORNL-AMO/projects/12/views/1?system_template=kanban" TargetMode="External"/><Relationship Id="rId2" Type="http://schemas.openxmlformats.org/officeDocument/2006/relationships/hyperlink" Target="https://github.com/ORNL-AMO/Tenn-Tech-VERIFI-Assistant" TargetMode="Externa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industrialresources.ornl.gov/home" TargetMode="External"/><Relationship Id="rId2" Type="http://schemas.openxmlformats.org/officeDocument/2006/relationships/hyperlink" Target="https://webllm.mlc.ai/docs/" TargetMode="External"/><Relationship Id="rId1" Type="http://schemas.openxmlformats.org/officeDocument/2006/relationships/slideLayout" Target="../slideLayouts/slideLayout6.xml"/><Relationship Id="rId4" Type="http://schemas.openxmlformats.org/officeDocument/2006/relationships/hyperlink" Target="https://verifi.ornl.go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18B1F-BFB1-CC50-2580-E2ADE95FF0A0}"/>
              </a:ext>
            </a:extLst>
          </p:cNvPr>
          <p:cNvSpPr>
            <a:spLocks noGrp="1"/>
          </p:cNvSpPr>
          <p:nvPr>
            <p:ph type="ctrTitle"/>
          </p:nvPr>
        </p:nvSpPr>
        <p:spPr/>
        <p:txBody>
          <a:bodyPr/>
          <a:lstStyle/>
          <a:p>
            <a:r>
              <a:rPr lang="en-US" dirty="0"/>
              <a:t>Tenn Tech VERIFI Assistant Kickoff</a:t>
            </a:r>
          </a:p>
        </p:txBody>
      </p:sp>
      <p:sp>
        <p:nvSpPr>
          <p:cNvPr id="3" name="Subtitle 2">
            <a:extLst>
              <a:ext uri="{FF2B5EF4-FFF2-40B4-BE49-F238E27FC236}">
                <a16:creationId xmlns:a16="http://schemas.microsoft.com/office/drawing/2014/main" id="{C563AA3E-CA79-A928-3E5C-72DD8F594C73}"/>
              </a:ext>
            </a:extLst>
          </p:cNvPr>
          <p:cNvSpPr>
            <a:spLocks noGrp="1"/>
          </p:cNvSpPr>
          <p:nvPr>
            <p:ph type="subTitle" idx="1"/>
          </p:nvPr>
        </p:nvSpPr>
        <p:spPr/>
        <p:txBody>
          <a:bodyPr/>
          <a:lstStyle/>
          <a:p>
            <a:endParaRPr lang="en-US" dirty="0"/>
          </a:p>
        </p:txBody>
      </p:sp>
      <p:sp>
        <p:nvSpPr>
          <p:cNvPr id="4" name="Text Placeholder 3">
            <a:extLst>
              <a:ext uri="{FF2B5EF4-FFF2-40B4-BE49-F238E27FC236}">
                <a16:creationId xmlns:a16="http://schemas.microsoft.com/office/drawing/2014/main" id="{A80AB052-C5ED-4604-BB32-C7CFB365406D}"/>
              </a:ext>
            </a:extLst>
          </p:cNvPr>
          <p:cNvSpPr>
            <a:spLocks noGrp="1"/>
          </p:cNvSpPr>
          <p:nvPr>
            <p:ph type="body" sz="quarter" idx="14"/>
          </p:nvPr>
        </p:nvSpPr>
        <p:spPr/>
        <p:txBody>
          <a:bodyPr/>
          <a:lstStyle/>
          <a:p>
            <a:r>
              <a:rPr lang="en-US" dirty="0">
                <a:latin typeface="+mn-lt"/>
              </a:rPr>
              <a:t>Oct 8th, 2026</a:t>
            </a:r>
          </a:p>
        </p:txBody>
      </p:sp>
      <p:sp>
        <p:nvSpPr>
          <p:cNvPr id="5" name="Text Placeholder 4">
            <a:extLst>
              <a:ext uri="{FF2B5EF4-FFF2-40B4-BE49-F238E27FC236}">
                <a16:creationId xmlns:a16="http://schemas.microsoft.com/office/drawing/2014/main" id="{36169892-B8FD-9314-2137-FD44D1A12AD5}"/>
              </a:ext>
            </a:extLst>
          </p:cNvPr>
          <p:cNvSpPr>
            <a:spLocks noGrp="1"/>
          </p:cNvSpPr>
          <p:nvPr>
            <p:ph type="body" sz="quarter" idx="15"/>
          </p:nvPr>
        </p:nvSpPr>
        <p:spPr/>
        <p:txBody>
          <a:bodyPr/>
          <a:lstStyle/>
          <a:p>
            <a:r>
              <a:rPr lang="en-US" dirty="0"/>
              <a:t>Mark Root, Garrett West</a:t>
            </a:r>
          </a:p>
        </p:txBody>
      </p:sp>
    </p:spTree>
    <p:extLst>
      <p:ext uri="{BB962C8B-B14F-4D97-AF65-F5344CB8AC3E}">
        <p14:creationId xmlns:p14="http://schemas.microsoft.com/office/powerpoint/2010/main" val="4251991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2619B6-9D50-D1DB-8DDC-DDA873CE60AD}"/>
              </a:ext>
            </a:extLst>
          </p:cNvPr>
          <p:cNvSpPr>
            <a:spLocks noGrp="1"/>
          </p:cNvSpPr>
          <p:nvPr>
            <p:ph sz="half" idx="1"/>
          </p:nvPr>
        </p:nvSpPr>
        <p:spPr>
          <a:xfrm>
            <a:off x="314692" y="1251522"/>
            <a:ext cx="5563532" cy="4907978"/>
          </a:xfrm>
        </p:spPr>
        <p:txBody>
          <a:bodyPr>
            <a:normAutofit/>
          </a:bodyPr>
          <a:lstStyle/>
          <a:p>
            <a:pPr marL="285750" indent="-285750">
              <a:buFont typeface="Arial" panose="020B0604020202020204" pitchFamily="34" charset="0"/>
              <a:buChar char="•"/>
            </a:pPr>
            <a:r>
              <a:rPr lang="en-US" dirty="0"/>
              <a:t>Mark Root – Senior software engineer at ORNL. Lead developer for the ”Industrial Resources” suite of applications (MEASUR, VERIFI, JUSTIFI).</a:t>
            </a:r>
          </a:p>
          <a:p>
            <a:pPr marL="285750" indent="-285750">
              <a:buFont typeface="Arial" panose="020B0604020202020204" pitchFamily="34" charset="0"/>
              <a:buChar char="•"/>
            </a:pPr>
            <a:r>
              <a:rPr lang="en-US" dirty="0"/>
              <a:t>Garrett West – Scrum Master at ORNL for the Industrial Resources projects</a:t>
            </a:r>
          </a:p>
          <a:p>
            <a:pPr marL="285750" indent="-285750">
              <a:buFont typeface="Arial" panose="020B0604020202020204" pitchFamily="34" charset="0"/>
              <a:buChar char="•"/>
            </a:pPr>
            <a:r>
              <a:rPr lang="en-US" dirty="0"/>
              <a:t>MEASUR: Application used for finding energy opportunities at the </a:t>
            </a:r>
            <a:r>
              <a:rPr lang="en-US" u="sng" dirty="0"/>
              <a:t>equipment</a:t>
            </a:r>
            <a:r>
              <a:rPr lang="en-US" dirty="0"/>
              <a:t> level.</a:t>
            </a:r>
          </a:p>
          <a:p>
            <a:pPr marL="285750" indent="-285750">
              <a:buFont typeface="Arial" panose="020B0604020202020204" pitchFamily="34" charset="0"/>
              <a:buChar char="•"/>
            </a:pPr>
            <a:r>
              <a:rPr lang="en-US" dirty="0"/>
              <a:t>JUSTIFI: Application used for finding multiple benefits for MEASUR opportunities</a:t>
            </a:r>
          </a:p>
          <a:p>
            <a:pPr marL="285750" indent="-285750">
              <a:buFont typeface="Arial" panose="020B0604020202020204" pitchFamily="34" charset="0"/>
              <a:buChar char="•"/>
            </a:pPr>
            <a:r>
              <a:rPr lang="en-US" dirty="0"/>
              <a:t>VERIFI: Application used for utility bill tracking and analysis</a:t>
            </a:r>
          </a:p>
          <a:p>
            <a:pPr marL="285750" indent="-285750">
              <a:buFont typeface="Arial" panose="020B0604020202020204" pitchFamily="34" charset="0"/>
              <a:buChar char="•"/>
            </a:pPr>
            <a:r>
              <a:rPr lang="en-US" dirty="0"/>
              <a:t>Better Plants Program: DOE program run by ORNL to engage with American manufacturing to provide engineering expertise </a:t>
            </a:r>
          </a:p>
          <a:p>
            <a:endParaRPr lang="en-US" dirty="0"/>
          </a:p>
        </p:txBody>
      </p:sp>
      <p:pic>
        <p:nvPicPr>
          <p:cNvPr id="5" name="Picture 4">
            <a:extLst>
              <a:ext uri="{FF2B5EF4-FFF2-40B4-BE49-F238E27FC236}">
                <a16:creationId xmlns:a16="http://schemas.microsoft.com/office/drawing/2014/main" id="{4835BDF3-D0AB-ABB6-3F9F-F191B929242E}"/>
              </a:ext>
            </a:extLst>
          </p:cNvPr>
          <p:cNvPicPr>
            <a:picLocks noChangeAspect="1"/>
          </p:cNvPicPr>
          <p:nvPr/>
        </p:nvPicPr>
        <p:blipFill>
          <a:blip r:embed="rId2"/>
          <a:stretch>
            <a:fillRect/>
          </a:stretch>
        </p:blipFill>
        <p:spPr>
          <a:xfrm>
            <a:off x="6959647" y="1825625"/>
            <a:ext cx="4131422" cy="4131422"/>
          </a:xfrm>
          <a:prstGeom prst="rect">
            <a:avLst/>
          </a:prstGeom>
          <a:noFill/>
        </p:spPr>
      </p:pic>
      <p:sp>
        <p:nvSpPr>
          <p:cNvPr id="2" name="Title 1">
            <a:extLst>
              <a:ext uri="{FF2B5EF4-FFF2-40B4-BE49-F238E27FC236}">
                <a16:creationId xmlns:a16="http://schemas.microsoft.com/office/drawing/2014/main" id="{D13C8454-D37D-65FF-6A58-2E4C10A45E7D}"/>
              </a:ext>
            </a:extLst>
          </p:cNvPr>
          <p:cNvSpPr>
            <a:spLocks noGrp="1"/>
          </p:cNvSpPr>
          <p:nvPr>
            <p:ph type="title"/>
          </p:nvPr>
        </p:nvSpPr>
        <p:spPr>
          <a:xfrm>
            <a:off x="314692" y="365125"/>
            <a:ext cx="11492432" cy="886397"/>
          </a:xfrm>
        </p:spPr>
        <p:txBody>
          <a:bodyPr wrap="square">
            <a:normAutofit/>
          </a:bodyPr>
          <a:lstStyle/>
          <a:p>
            <a:r>
              <a:rPr lang="en-US" dirty="0"/>
              <a:t>Introduction</a:t>
            </a:r>
          </a:p>
        </p:txBody>
      </p:sp>
    </p:spTree>
    <p:extLst>
      <p:ext uri="{BB962C8B-B14F-4D97-AF65-F5344CB8AC3E}">
        <p14:creationId xmlns:p14="http://schemas.microsoft.com/office/powerpoint/2010/main" val="3570450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E691A-170D-263F-DADE-C8969807669D}"/>
              </a:ext>
            </a:extLst>
          </p:cNvPr>
          <p:cNvSpPr>
            <a:spLocks noGrp="1"/>
          </p:cNvSpPr>
          <p:nvPr>
            <p:ph type="title"/>
          </p:nvPr>
        </p:nvSpPr>
        <p:spPr/>
        <p:txBody>
          <a:bodyPr/>
          <a:lstStyle/>
          <a:p>
            <a:r>
              <a:rPr lang="en-US" dirty="0"/>
              <a:t>Project Overview</a:t>
            </a:r>
          </a:p>
        </p:txBody>
      </p:sp>
      <p:sp>
        <p:nvSpPr>
          <p:cNvPr id="3" name="Content Placeholder 2">
            <a:extLst>
              <a:ext uri="{FF2B5EF4-FFF2-40B4-BE49-F238E27FC236}">
                <a16:creationId xmlns:a16="http://schemas.microsoft.com/office/drawing/2014/main" id="{85CA995D-4224-93C9-B825-45F743CBCA2C}"/>
              </a:ext>
            </a:extLst>
          </p:cNvPr>
          <p:cNvSpPr>
            <a:spLocks noGrp="1"/>
          </p:cNvSpPr>
          <p:nvPr>
            <p:ph idx="1"/>
          </p:nvPr>
        </p:nvSpPr>
        <p:spPr/>
        <p:txBody>
          <a:bodyPr/>
          <a:lstStyle/>
          <a:p>
            <a:r>
              <a:rPr lang="en-US" dirty="0"/>
              <a:t>VERIFI helps industrial energy professionals organize utility data, evaluate performance, and prepare analyses and reports. Its workflows and terminology can be unfamiliar, and users may need help without leaving the task they are trying to complete.</a:t>
            </a:r>
          </a:p>
          <a:p>
            <a:r>
              <a:rPr lang="en-US" dirty="0"/>
              <a:t>We want to integrate a standalone, local, source-grounded help assistant for the current VERIFI experience. The interaction may feel like a modern “</a:t>
            </a:r>
            <a:r>
              <a:rPr lang="en-US" dirty="0" err="1"/>
              <a:t>Clippy</a:t>
            </a:r>
            <a:r>
              <a:rPr lang="en-US" dirty="0"/>
              <a:t>”: available when requested, conversational, and able to explain concepts or guide a user through a documented workflow without becoming intrusive.</a:t>
            </a:r>
          </a:p>
          <a:p>
            <a:r>
              <a:rPr lang="en-US" dirty="0"/>
              <a:t>The goal of the capstone project is to implement a standalone proof-of-concept for this future integration. This means the Tenn. Tech team will develop their own application, using the same technologies as VERIFI, to prove this feature can be implemented. One day the lessons learned from this project will be used to integrate this feature into VERIFI.</a:t>
            </a:r>
            <a:br>
              <a:rPr lang="en-US" dirty="0"/>
            </a:br>
            <a:endParaRPr lang="en-US" dirty="0"/>
          </a:p>
        </p:txBody>
      </p:sp>
    </p:spTree>
    <p:extLst>
      <p:ext uri="{BB962C8B-B14F-4D97-AF65-F5344CB8AC3E}">
        <p14:creationId xmlns:p14="http://schemas.microsoft.com/office/powerpoint/2010/main" val="1509191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51F91-342E-B657-E8A0-39635E4E9D7E}"/>
              </a:ext>
            </a:extLst>
          </p:cNvPr>
          <p:cNvSpPr>
            <a:spLocks noGrp="1"/>
          </p:cNvSpPr>
          <p:nvPr>
            <p:ph type="title"/>
          </p:nvPr>
        </p:nvSpPr>
        <p:spPr/>
        <p:txBody>
          <a:bodyPr/>
          <a:lstStyle/>
          <a:p>
            <a:r>
              <a:rPr lang="en-US" dirty="0"/>
              <a:t>Technologies</a:t>
            </a:r>
          </a:p>
        </p:txBody>
      </p:sp>
      <p:sp>
        <p:nvSpPr>
          <p:cNvPr id="3" name="Content Placeholder 2">
            <a:extLst>
              <a:ext uri="{FF2B5EF4-FFF2-40B4-BE49-F238E27FC236}">
                <a16:creationId xmlns:a16="http://schemas.microsoft.com/office/drawing/2014/main" id="{D294CE7B-022E-32D4-972C-121AADE44A4A}"/>
              </a:ext>
            </a:extLst>
          </p:cNvPr>
          <p:cNvSpPr>
            <a:spLocks noGrp="1"/>
          </p:cNvSpPr>
          <p:nvPr>
            <p:ph idx="1"/>
          </p:nvPr>
        </p:nvSpPr>
        <p:spPr/>
        <p:txBody>
          <a:bodyPr/>
          <a:lstStyle/>
          <a:p>
            <a:pPr marL="342900" indent="-342900">
              <a:buFont typeface="Arial" panose="020B0604020202020204" pitchFamily="34" charset="0"/>
              <a:buChar char="•"/>
            </a:pPr>
            <a:r>
              <a:rPr lang="en-US" dirty="0"/>
              <a:t>Angular</a:t>
            </a:r>
          </a:p>
          <a:p>
            <a:pPr marL="342900" indent="-342900">
              <a:buFont typeface="Arial" panose="020B0604020202020204" pitchFamily="34" charset="0"/>
              <a:buChar char="•"/>
            </a:pPr>
            <a:r>
              <a:rPr lang="en-US" dirty="0" err="1"/>
              <a:t>WebLLM</a:t>
            </a:r>
            <a:endParaRPr lang="en-US" dirty="0"/>
          </a:p>
          <a:p>
            <a:pPr marL="342900" indent="-342900">
              <a:buFont typeface="Arial" panose="020B0604020202020204" pitchFamily="34" charset="0"/>
              <a:buChar char="•"/>
            </a:pPr>
            <a:r>
              <a:rPr lang="en-US" dirty="0"/>
              <a:t>GitHub</a:t>
            </a:r>
          </a:p>
          <a:p>
            <a:pPr marL="1028700" lvl="1" indent="-342900"/>
            <a:r>
              <a:rPr lang="en-US" dirty="0">
                <a:hlinkClick r:id="rId2"/>
              </a:rPr>
              <a:t>https://github.com/ORNL-AMO/Tenn-Tech-VERIFI-Assistant</a:t>
            </a:r>
            <a:endParaRPr lang="en-US" dirty="0"/>
          </a:p>
          <a:p>
            <a:pPr marL="1028700" lvl="1" indent="-342900"/>
            <a:r>
              <a:rPr lang="en-US" dirty="0">
                <a:hlinkClick r:id="rId3"/>
              </a:rPr>
              <a:t>https://github.com/orgs/ORNL-AMO/projects/12/views/1</a:t>
            </a:r>
            <a:endParaRPr lang="en-US" dirty="0"/>
          </a:p>
          <a:p>
            <a:pPr marL="342900" indent="-342900">
              <a:buFont typeface="Arial" panose="020B0604020202020204" pitchFamily="34" charset="0"/>
              <a:buChar char="•"/>
            </a:pPr>
            <a:r>
              <a:rPr lang="en-US" dirty="0"/>
              <a:t>Slack</a:t>
            </a:r>
          </a:p>
        </p:txBody>
      </p:sp>
    </p:spTree>
    <p:extLst>
      <p:ext uri="{BB962C8B-B14F-4D97-AF65-F5344CB8AC3E}">
        <p14:creationId xmlns:p14="http://schemas.microsoft.com/office/powerpoint/2010/main" val="2971745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559D1-3F50-3756-339A-015E776182F8}"/>
              </a:ext>
            </a:extLst>
          </p:cNvPr>
          <p:cNvSpPr>
            <a:spLocks noGrp="1"/>
          </p:cNvSpPr>
          <p:nvPr>
            <p:ph type="title"/>
          </p:nvPr>
        </p:nvSpPr>
        <p:spPr/>
        <p:txBody>
          <a:bodyPr/>
          <a:lstStyle/>
          <a:p>
            <a:r>
              <a:rPr lang="en-US" dirty="0"/>
              <a:t>What I have provided (in repo)</a:t>
            </a:r>
          </a:p>
        </p:txBody>
      </p:sp>
      <p:pic>
        <p:nvPicPr>
          <p:cNvPr id="5" name="Content Placeholder 4">
            <a:extLst>
              <a:ext uri="{FF2B5EF4-FFF2-40B4-BE49-F238E27FC236}">
                <a16:creationId xmlns:a16="http://schemas.microsoft.com/office/drawing/2014/main" id="{72396E49-ADA1-48E9-9470-70AF1005C62F}"/>
              </a:ext>
            </a:extLst>
          </p:cNvPr>
          <p:cNvPicPr>
            <a:picLocks noGrp="1" noChangeAspect="1"/>
          </p:cNvPicPr>
          <p:nvPr>
            <p:ph idx="1"/>
          </p:nvPr>
        </p:nvPicPr>
        <p:blipFill>
          <a:blip r:embed="rId2"/>
          <a:stretch>
            <a:fillRect/>
          </a:stretch>
        </p:blipFill>
        <p:spPr>
          <a:xfrm>
            <a:off x="6725260" y="1310391"/>
            <a:ext cx="5250840" cy="4237215"/>
          </a:xfrm>
          <a:prstGeom prst="rect">
            <a:avLst/>
          </a:prstGeom>
        </p:spPr>
      </p:pic>
      <p:pic>
        <p:nvPicPr>
          <p:cNvPr id="7" name="Picture 6">
            <a:extLst>
              <a:ext uri="{FF2B5EF4-FFF2-40B4-BE49-F238E27FC236}">
                <a16:creationId xmlns:a16="http://schemas.microsoft.com/office/drawing/2014/main" id="{1C4BF5DA-CBFF-F503-2C8C-E5C55590ECA1}"/>
              </a:ext>
            </a:extLst>
          </p:cNvPr>
          <p:cNvPicPr>
            <a:picLocks noChangeAspect="1"/>
          </p:cNvPicPr>
          <p:nvPr/>
        </p:nvPicPr>
        <p:blipFill>
          <a:blip r:embed="rId3"/>
          <a:stretch>
            <a:fillRect/>
          </a:stretch>
        </p:blipFill>
        <p:spPr>
          <a:xfrm>
            <a:off x="215900" y="1310391"/>
            <a:ext cx="6398731" cy="4237215"/>
          </a:xfrm>
          <a:prstGeom prst="rect">
            <a:avLst/>
          </a:prstGeom>
        </p:spPr>
      </p:pic>
    </p:spTree>
    <p:extLst>
      <p:ext uri="{BB962C8B-B14F-4D97-AF65-F5344CB8AC3E}">
        <p14:creationId xmlns:p14="http://schemas.microsoft.com/office/powerpoint/2010/main" val="3339815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971FC-9062-C11E-A836-6D296A200621}"/>
              </a:ext>
            </a:extLst>
          </p:cNvPr>
          <p:cNvSpPr>
            <a:spLocks noGrp="1"/>
          </p:cNvSpPr>
          <p:nvPr>
            <p:ph type="title"/>
          </p:nvPr>
        </p:nvSpPr>
        <p:spPr/>
        <p:txBody>
          <a:bodyPr/>
          <a:lstStyle/>
          <a:p>
            <a:r>
              <a:rPr lang="en-US" dirty="0"/>
              <a:t>What I have provided (in repo cont.)</a:t>
            </a:r>
          </a:p>
        </p:txBody>
      </p:sp>
      <p:pic>
        <p:nvPicPr>
          <p:cNvPr id="5" name="Content Placeholder 4">
            <a:extLst>
              <a:ext uri="{FF2B5EF4-FFF2-40B4-BE49-F238E27FC236}">
                <a16:creationId xmlns:a16="http://schemas.microsoft.com/office/drawing/2014/main" id="{490D7A87-AA7C-E052-3A9C-A034A158E87F}"/>
              </a:ext>
            </a:extLst>
          </p:cNvPr>
          <p:cNvPicPr>
            <a:picLocks noGrp="1" noChangeAspect="1"/>
          </p:cNvPicPr>
          <p:nvPr>
            <p:ph idx="1"/>
          </p:nvPr>
        </p:nvPicPr>
        <p:blipFill>
          <a:blip r:embed="rId2"/>
          <a:stretch>
            <a:fillRect/>
          </a:stretch>
        </p:blipFill>
        <p:spPr>
          <a:xfrm>
            <a:off x="4287069" y="1277778"/>
            <a:ext cx="7520055" cy="4863307"/>
          </a:xfrm>
          <a:prstGeom prst="rect">
            <a:avLst/>
          </a:prstGeom>
        </p:spPr>
      </p:pic>
      <p:sp>
        <p:nvSpPr>
          <p:cNvPr id="8" name="TextBox 7">
            <a:extLst>
              <a:ext uri="{FF2B5EF4-FFF2-40B4-BE49-F238E27FC236}">
                <a16:creationId xmlns:a16="http://schemas.microsoft.com/office/drawing/2014/main" id="{4A535019-393E-E0A6-D44F-ABD9542E80D8}"/>
              </a:ext>
            </a:extLst>
          </p:cNvPr>
          <p:cNvSpPr txBox="1"/>
          <p:nvPr/>
        </p:nvSpPr>
        <p:spPr>
          <a:xfrm>
            <a:off x="384876" y="2413337"/>
            <a:ext cx="3543299" cy="2308324"/>
          </a:xfrm>
          <a:prstGeom prst="rect">
            <a:avLst/>
          </a:prstGeom>
          <a:noFill/>
        </p:spPr>
        <p:txBody>
          <a:bodyPr wrap="square" rtlCol="0">
            <a:spAutoFit/>
          </a:bodyPr>
          <a:lstStyle/>
          <a:p>
            <a:r>
              <a:rPr lang="en-US" dirty="0"/>
              <a:t>A  draft “Definition of Done” to get the team started. This is now in the teams' hands. They can propose any modifications to this definition that they want! It’s their project, I have provided an outline and want them to own the solution.</a:t>
            </a:r>
          </a:p>
        </p:txBody>
      </p:sp>
    </p:spTree>
    <p:extLst>
      <p:ext uri="{BB962C8B-B14F-4D97-AF65-F5344CB8AC3E}">
        <p14:creationId xmlns:p14="http://schemas.microsoft.com/office/powerpoint/2010/main" val="1153564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30BF8-7EF3-0D78-FBF5-CC97829386E3}"/>
              </a:ext>
            </a:extLst>
          </p:cNvPr>
          <p:cNvSpPr>
            <a:spLocks noGrp="1"/>
          </p:cNvSpPr>
          <p:nvPr>
            <p:ph type="title"/>
          </p:nvPr>
        </p:nvSpPr>
        <p:spPr>
          <a:xfrm>
            <a:off x="314692" y="365125"/>
            <a:ext cx="11492432" cy="886397"/>
          </a:xfrm>
        </p:spPr>
        <p:txBody>
          <a:bodyPr wrap="square">
            <a:normAutofit/>
          </a:bodyPr>
          <a:lstStyle/>
          <a:p>
            <a:r>
              <a:rPr lang="en-US" dirty="0"/>
              <a:t>What I have provided (in repo cont.)</a:t>
            </a:r>
          </a:p>
        </p:txBody>
      </p:sp>
      <p:pic>
        <p:nvPicPr>
          <p:cNvPr id="5" name="Content Placeholder 4">
            <a:extLst>
              <a:ext uri="{FF2B5EF4-FFF2-40B4-BE49-F238E27FC236}">
                <a16:creationId xmlns:a16="http://schemas.microsoft.com/office/drawing/2014/main" id="{64E6EB0C-CA88-7DB7-EEFA-1A5024A67F1A}"/>
              </a:ext>
            </a:extLst>
          </p:cNvPr>
          <p:cNvPicPr>
            <a:picLocks noGrp="1" noChangeAspect="1"/>
          </p:cNvPicPr>
          <p:nvPr>
            <p:ph idx="1"/>
          </p:nvPr>
        </p:nvPicPr>
        <p:blipFill>
          <a:blip r:embed="rId2"/>
          <a:srcRect b="17806"/>
          <a:stretch>
            <a:fillRect/>
          </a:stretch>
        </p:blipFill>
        <p:spPr>
          <a:xfrm>
            <a:off x="314692" y="1508125"/>
            <a:ext cx="11492432" cy="4061829"/>
          </a:xfrm>
          <a:prstGeom prst="rect">
            <a:avLst/>
          </a:prstGeom>
          <a:noFill/>
        </p:spPr>
      </p:pic>
      <p:sp>
        <p:nvSpPr>
          <p:cNvPr id="6" name="TextBox 5">
            <a:extLst>
              <a:ext uri="{FF2B5EF4-FFF2-40B4-BE49-F238E27FC236}">
                <a16:creationId xmlns:a16="http://schemas.microsoft.com/office/drawing/2014/main" id="{9F5F9660-3448-0886-1EDA-70E8470B736C}"/>
              </a:ext>
            </a:extLst>
          </p:cNvPr>
          <p:cNvSpPr txBox="1"/>
          <p:nvPr/>
        </p:nvSpPr>
        <p:spPr>
          <a:xfrm>
            <a:off x="2424225" y="5826557"/>
            <a:ext cx="7343549" cy="369332"/>
          </a:xfrm>
          <a:prstGeom prst="rect">
            <a:avLst/>
          </a:prstGeom>
          <a:noFill/>
        </p:spPr>
        <p:txBody>
          <a:bodyPr wrap="none" rtlCol="0">
            <a:spAutoFit/>
          </a:bodyPr>
          <a:lstStyle/>
          <a:p>
            <a:r>
              <a:rPr lang="en-US" dirty="0"/>
              <a:t>See Garrett for guidance/tips/tricks on issue tracking and sprint planning!</a:t>
            </a:r>
          </a:p>
        </p:txBody>
      </p:sp>
    </p:spTree>
    <p:extLst>
      <p:ext uri="{BB962C8B-B14F-4D97-AF65-F5344CB8AC3E}">
        <p14:creationId xmlns:p14="http://schemas.microsoft.com/office/powerpoint/2010/main" val="257005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BCFA3-0829-4570-C4A1-EFA8A39CA362}"/>
              </a:ext>
            </a:extLst>
          </p:cNvPr>
          <p:cNvSpPr>
            <a:spLocks noGrp="1"/>
          </p:cNvSpPr>
          <p:nvPr>
            <p:ph type="title"/>
          </p:nvPr>
        </p:nvSpPr>
        <p:spPr/>
        <p:txBody>
          <a:bodyPr/>
          <a:lstStyle/>
          <a:p>
            <a:r>
              <a:rPr lang="en-US" dirty="0"/>
              <a:t>What I haven’t provided (up to the team)</a:t>
            </a:r>
          </a:p>
        </p:txBody>
      </p:sp>
      <p:sp>
        <p:nvSpPr>
          <p:cNvPr id="3" name="Content Placeholder 2">
            <a:extLst>
              <a:ext uri="{FF2B5EF4-FFF2-40B4-BE49-F238E27FC236}">
                <a16:creationId xmlns:a16="http://schemas.microsoft.com/office/drawing/2014/main" id="{BA6F8CA8-92A2-0704-C9D9-40BF38226BED}"/>
              </a:ext>
            </a:extLst>
          </p:cNvPr>
          <p:cNvSpPr>
            <a:spLocks noGrp="1"/>
          </p:cNvSpPr>
          <p:nvPr>
            <p:ph idx="1"/>
          </p:nvPr>
        </p:nvSpPr>
        <p:spPr/>
        <p:txBody>
          <a:bodyPr/>
          <a:lstStyle/>
          <a:p>
            <a:pPr lvl="0"/>
            <a:r>
              <a:rPr lang="en-US" b="1" dirty="0"/>
              <a:t>Issues and backlog</a:t>
            </a:r>
            <a:r>
              <a:rPr lang="en-US" dirty="0"/>
              <a:t> — Break the project into clear, prioritized work items with acceptance criteria.</a:t>
            </a:r>
          </a:p>
          <a:p>
            <a:pPr lvl="0"/>
            <a:r>
              <a:rPr lang="en-US" b="1" dirty="0"/>
              <a:t>Milestones and schedule</a:t>
            </a:r>
            <a:r>
              <a:rPr lang="en-US" dirty="0"/>
              <a:t> — Propose semester goals, checkpoints, demonstrations, and delivery dates.</a:t>
            </a:r>
          </a:p>
          <a:p>
            <a:pPr lvl="0"/>
            <a:r>
              <a:rPr lang="en-US" b="1" dirty="0"/>
              <a:t>Technical architecture</a:t>
            </a:r>
            <a:r>
              <a:rPr lang="en-US" dirty="0"/>
              <a:t> — Choose the application structure, retrieval approach, model, storage, and whether Electron adds value.</a:t>
            </a:r>
          </a:p>
          <a:p>
            <a:pPr lvl="0"/>
            <a:r>
              <a:rPr lang="en-US" b="1" dirty="0"/>
              <a:t>Team workflow</a:t>
            </a:r>
            <a:r>
              <a:rPr lang="en-US" dirty="0"/>
              <a:t> — Decide roles, branching, pull-request reviews, testing responsibilities, and meeting cadence.</a:t>
            </a:r>
          </a:p>
          <a:p>
            <a:pPr lvl="0"/>
            <a:r>
              <a:rPr lang="en-US" b="1" dirty="0"/>
              <a:t>Risk management</a:t>
            </a:r>
            <a:r>
              <a:rPr lang="en-US" dirty="0"/>
              <a:t> — Track technical unknowns, dependencies, scope risks, blockers, and mitigation plans.</a:t>
            </a:r>
          </a:p>
        </p:txBody>
      </p:sp>
    </p:spTree>
    <p:extLst>
      <p:ext uri="{BB962C8B-B14F-4D97-AF65-F5344CB8AC3E}">
        <p14:creationId xmlns:p14="http://schemas.microsoft.com/office/powerpoint/2010/main" val="1103046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0C554-1A8A-A4A1-DAAF-755310B11FB8}"/>
              </a:ext>
            </a:extLst>
          </p:cNvPr>
          <p:cNvSpPr>
            <a:spLocks noGrp="1"/>
          </p:cNvSpPr>
          <p:nvPr>
            <p:ph type="title"/>
          </p:nvPr>
        </p:nvSpPr>
        <p:spPr/>
        <p:txBody>
          <a:bodyPr/>
          <a:lstStyle/>
          <a:p>
            <a:r>
              <a:rPr lang="en-US" dirty="0"/>
              <a:t>Closing thoughts</a:t>
            </a:r>
          </a:p>
        </p:txBody>
      </p:sp>
      <p:sp>
        <p:nvSpPr>
          <p:cNvPr id="3" name="Content Placeholder 2">
            <a:extLst>
              <a:ext uri="{FF2B5EF4-FFF2-40B4-BE49-F238E27FC236}">
                <a16:creationId xmlns:a16="http://schemas.microsoft.com/office/drawing/2014/main" id="{4E4C633B-01C7-CC02-02EF-6A1CE608016F}"/>
              </a:ext>
            </a:extLst>
          </p:cNvPr>
          <p:cNvSpPr>
            <a:spLocks noGrp="1"/>
          </p:cNvSpPr>
          <p:nvPr>
            <p:ph idx="1"/>
          </p:nvPr>
        </p:nvSpPr>
        <p:spPr/>
        <p:txBody>
          <a:bodyPr/>
          <a:lstStyle/>
          <a:p>
            <a:pPr marL="285750" indent="-285750">
              <a:buFont typeface="Arial" panose="020B0604020202020204" pitchFamily="34" charset="0"/>
              <a:buChar char="•"/>
            </a:pPr>
            <a:r>
              <a:rPr lang="en-US" dirty="0"/>
              <a:t>My two cents on Capstone projects</a:t>
            </a:r>
          </a:p>
          <a:p>
            <a:pPr marL="971550" lvl="1" indent="-285750"/>
            <a:r>
              <a:rPr lang="en-US" dirty="0"/>
              <a:t>Take this opportunity seriously</a:t>
            </a:r>
          </a:p>
          <a:p>
            <a:pPr marL="971550" lvl="1" indent="-285750"/>
            <a:r>
              <a:rPr lang="en-US" dirty="0"/>
              <a:t>Have fun and put your own personal character into the project</a:t>
            </a:r>
          </a:p>
          <a:p>
            <a:pPr marL="971550" lvl="1" indent="-285750"/>
            <a:r>
              <a:rPr lang="en-US" dirty="0"/>
              <a:t>I’m here for technical guidance</a:t>
            </a:r>
          </a:p>
          <a:p>
            <a:pPr marL="971550" lvl="1" indent="-285750"/>
            <a:r>
              <a:rPr lang="en-US" dirty="0"/>
              <a:t>If the team wants to pursue something out of scope I am usually supportive but communicate the value added before.</a:t>
            </a:r>
          </a:p>
          <a:p>
            <a:pPr marL="285750" indent="-285750">
              <a:buFont typeface="Arial" panose="020B0604020202020204" pitchFamily="34" charset="0"/>
              <a:buChar char="•"/>
            </a:pPr>
            <a:r>
              <a:rPr lang="en-US" dirty="0"/>
              <a:t>I am 100% supportive of using LLMs to write code but you </a:t>
            </a:r>
            <a:r>
              <a:rPr lang="en-US" b="1" dirty="0"/>
              <a:t>MUST</a:t>
            </a:r>
            <a:r>
              <a:rPr lang="en-US" dirty="0"/>
              <a:t> review and understand the code</a:t>
            </a:r>
          </a:p>
        </p:txBody>
      </p:sp>
    </p:spTree>
    <p:extLst>
      <p:ext uri="{BB962C8B-B14F-4D97-AF65-F5344CB8AC3E}">
        <p14:creationId xmlns:p14="http://schemas.microsoft.com/office/powerpoint/2010/main" val="2444074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7D4FB-ED42-C3AE-9F19-6B1327C7C573}"/>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A77AF45E-BF24-9F2C-1783-2C53CDA43E23}"/>
              </a:ext>
            </a:extLst>
          </p:cNvPr>
          <p:cNvSpPr>
            <a:spLocks noGrp="1"/>
          </p:cNvSpPr>
          <p:nvPr>
            <p:ph idx="1"/>
          </p:nvPr>
        </p:nvSpPr>
        <p:spPr/>
        <p:txBody>
          <a:bodyPr/>
          <a:lstStyle/>
          <a:p>
            <a:pPr marL="285750" indent="-285750">
              <a:buFont typeface="Arial" panose="020B0604020202020204" pitchFamily="34" charset="0"/>
              <a:buChar char="•"/>
            </a:pPr>
            <a:r>
              <a:rPr lang="en-US" dirty="0"/>
              <a:t>Get added to repository (send me your GitHub info)</a:t>
            </a:r>
          </a:p>
          <a:p>
            <a:pPr marL="285750" indent="-285750">
              <a:buFont typeface="Arial" panose="020B0604020202020204" pitchFamily="34" charset="0"/>
              <a:buChar char="•"/>
            </a:pPr>
            <a:r>
              <a:rPr lang="en-US" dirty="0"/>
              <a:t>I’ll set up a slack channel for communication</a:t>
            </a:r>
          </a:p>
          <a:p>
            <a:pPr marL="285750" indent="-285750">
              <a:buFont typeface="Arial" panose="020B0604020202020204" pitchFamily="34" charset="0"/>
              <a:buChar char="•"/>
            </a:pPr>
            <a:r>
              <a:rPr lang="en-US" dirty="0"/>
              <a:t>Digest the project as a team</a:t>
            </a:r>
          </a:p>
          <a:p>
            <a:pPr marL="285750" indent="-285750">
              <a:buFont typeface="Arial" panose="020B0604020202020204" pitchFamily="34" charset="0"/>
              <a:buChar char="•"/>
            </a:pPr>
            <a:r>
              <a:rPr lang="en-US" dirty="0"/>
              <a:t>Start planning milestones, issues, etc.</a:t>
            </a:r>
          </a:p>
          <a:p>
            <a:pPr marL="285750" indent="-285750">
              <a:buFont typeface="Arial" panose="020B0604020202020204" pitchFamily="34" charset="0"/>
              <a:buChar char="•"/>
            </a:pPr>
            <a:r>
              <a:rPr lang="en-US" dirty="0"/>
              <a:t>Start building</a:t>
            </a:r>
          </a:p>
        </p:txBody>
      </p:sp>
    </p:spTree>
    <p:extLst>
      <p:ext uri="{BB962C8B-B14F-4D97-AF65-F5344CB8AC3E}">
        <p14:creationId xmlns:p14="http://schemas.microsoft.com/office/powerpoint/2010/main" val="2249244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794BC-AEDF-D4EB-95A1-911BC984E17F}"/>
              </a:ext>
            </a:extLst>
          </p:cNvPr>
          <p:cNvSpPr>
            <a:spLocks noGrp="1"/>
          </p:cNvSpPr>
          <p:nvPr>
            <p:ph type="title"/>
          </p:nvPr>
        </p:nvSpPr>
        <p:spPr/>
        <p:txBody>
          <a:bodyPr/>
          <a:lstStyle/>
          <a:p>
            <a:r>
              <a:rPr lang="en-US" dirty="0"/>
              <a:t>Additional Resources</a:t>
            </a:r>
          </a:p>
        </p:txBody>
      </p:sp>
      <p:sp>
        <p:nvSpPr>
          <p:cNvPr id="3" name="Content Placeholder 2">
            <a:extLst>
              <a:ext uri="{FF2B5EF4-FFF2-40B4-BE49-F238E27FC236}">
                <a16:creationId xmlns:a16="http://schemas.microsoft.com/office/drawing/2014/main" id="{9DF7B65F-5A5A-12FD-DD39-8104A3B9BC23}"/>
              </a:ext>
            </a:extLst>
          </p:cNvPr>
          <p:cNvSpPr>
            <a:spLocks noGrp="1"/>
          </p:cNvSpPr>
          <p:nvPr>
            <p:ph idx="1"/>
          </p:nvPr>
        </p:nvSpPr>
        <p:spPr/>
        <p:txBody>
          <a:bodyPr/>
          <a:lstStyle/>
          <a:p>
            <a:pPr marL="285750" indent="-285750">
              <a:buFont typeface="Arial" panose="020B0604020202020204" pitchFamily="34" charset="0"/>
              <a:buChar char="•"/>
            </a:pPr>
            <a:r>
              <a:rPr lang="en-US" dirty="0">
                <a:hlinkClick r:id="rId2"/>
              </a:rPr>
              <a:t>https://webllm.mlc.ai/docs/</a:t>
            </a:r>
            <a:endParaRPr lang="en-US" dirty="0"/>
          </a:p>
          <a:p>
            <a:pPr marL="285750" indent="-285750">
              <a:buFont typeface="Arial" panose="020B0604020202020204" pitchFamily="34" charset="0"/>
              <a:buChar char="•"/>
            </a:pPr>
            <a:r>
              <a:rPr lang="en-US" dirty="0">
                <a:hlinkClick r:id="rId3"/>
              </a:rPr>
              <a:t>https://industrialresources.ornl.gov/home</a:t>
            </a:r>
            <a:endParaRPr lang="en-US" dirty="0"/>
          </a:p>
          <a:p>
            <a:pPr marL="285750" indent="-285750">
              <a:buFont typeface="Arial" panose="020B0604020202020204" pitchFamily="34" charset="0"/>
              <a:buChar char="•"/>
            </a:pPr>
            <a:r>
              <a:rPr lang="en-US" dirty="0">
                <a:hlinkClick r:id="rId4"/>
              </a:rPr>
              <a:t>https://verifi.ornl.gov/</a:t>
            </a: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207955228"/>
      </p:ext>
    </p:extLst>
  </p:cSld>
  <p:clrMapOvr>
    <a:masterClrMapping/>
  </p:clrMapOvr>
</p:sld>
</file>

<file path=ppt/theme/theme1.xml><?xml version="1.0" encoding="utf-8"?>
<a:theme xmlns:a="http://schemas.openxmlformats.org/drawingml/2006/main" name="ORNL Presentation">
  <a:themeElements>
    <a:clrScheme name="ORNL Color TEST">
      <a:dk1>
        <a:srgbClr val="373A36"/>
      </a:dk1>
      <a:lt1>
        <a:srgbClr val="FFFFFF"/>
      </a:lt1>
      <a:dk2>
        <a:srgbClr val="00662C"/>
      </a:dk2>
      <a:lt2>
        <a:srgbClr val="DBDCDB"/>
      </a:lt2>
      <a:accent1>
        <a:srgbClr val="00454D"/>
      </a:accent1>
      <a:accent2>
        <a:srgbClr val="006BA6"/>
      </a:accent2>
      <a:accent3>
        <a:srgbClr val="00B38F"/>
      </a:accent3>
      <a:accent4>
        <a:srgbClr val="7DBA00"/>
      </a:accent4>
      <a:accent5>
        <a:srgbClr val="FF9E1B"/>
      </a:accent5>
      <a:accent6>
        <a:srgbClr val="B50093"/>
      </a:accent6>
      <a:hlink>
        <a:srgbClr val="00BDB5"/>
      </a:hlink>
      <a:folHlink>
        <a:srgbClr val="00662C"/>
      </a:folHlink>
    </a:clrScheme>
    <a:fontScheme name="aptos only">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ORNL Green">
      <a:srgbClr val="00662C"/>
    </a:custClr>
    <a:custClr name="Hale Navy">
      <a:srgbClr val="00454D"/>
    </a:custClr>
    <a:custClr name="Graphite">
      <a:srgbClr val="DBDCDB"/>
    </a:custClr>
    <a:custClr name="Polar">
      <a:srgbClr val="FFFFFF"/>
    </a:custClr>
    <a:custClr name="Dark Matter">
      <a:srgbClr val="373A36"/>
    </a:custClr>
    <a:custClr name="Energy">
      <a:srgbClr val="7DBA00"/>
    </a:custClr>
    <a:custClr name="Mist">
      <a:srgbClr val="8BFEBF"/>
    </a:custClr>
    <a:custClr name="Biome">
      <a:srgbClr val="00B38F"/>
    </a:custClr>
    <a:custClr name="Aqua">
      <a:srgbClr val="00BDB5"/>
    </a:custClr>
    <a:custClr name="Infinity">
      <a:srgbClr val="006BA6"/>
    </a:custClr>
    <a:custClr name="Hydro">
      <a:srgbClr val="005776"/>
    </a:custClr>
    <a:custClr name="Forge">
      <a:srgbClr val="FF9E1B"/>
    </a:custClr>
    <a:custClr name="Spark">
      <a:srgbClr val="FE5000"/>
    </a:custClr>
    <a:custClr name="Plasma">
      <a:srgbClr val="B50094"/>
    </a:custClr>
    <a:custClr name="Pulsar">
      <a:srgbClr val="4E008E"/>
    </a:custClr>
  </a:custClrLst>
  <a:extLst>
    <a:ext uri="{05A4C25C-085E-4340-85A3-A5531E510DB2}">
      <thm15:themeFamily xmlns:thm15="http://schemas.microsoft.com/office/thememl/2012/main" name="ORNL-Presentation-16x9-Template" id="{7046AE06-9846-7E4F-8310-1A5182779058}" vid="{9FE858FF-43F1-DB4C-AB9C-425F4E62A3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22B8826E43E7C4DB802D9B32C536A48" ma:contentTypeVersion="3" ma:contentTypeDescription="Create a new document." ma:contentTypeScope="" ma:versionID="f5e42f8e0d30833b926c3998c180937f">
  <xsd:schema xmlns:xsd="http://www.w3.org/2001/XMLSchema" xmlns:xs="http://www.w3.org/2001/XMLSchema" xmlns:p="http://schemas.microsoft.com/office/2006/metadata/properties" xmlns:ns2="72a292dc-bc7d-4064-ad7e-59ebb9ecfed4" targetNamespace="http://schemas.microsoft.com/office/2006/metadata/properties" ma:root="true" ma:fieldsID="952d09375256859619f1fe54a00e39ff" ns2:_="">
    <xsd:import namespace="72a292dc-bc7d-4064-ad7e-59ebb9ecfed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a292dc-bc7d-4064-ad7e-59ebb9ecfe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603523-12E1-4473-A3D6-24CB4FC2123F}">
  <ds:schemaRefs>
    <ds:schemaRef ds:uri="http://purl.org/dc/elements/1.1/"/>
    <ds:schemaRef ds:uri="http://schemas.openxmlformats.org/package/2006/metadata/core-properties"/>
    <ds:schemaRef ds:uri="http://purl.org/dc/terms/"/>
    <ds:schemaRef ds:uri="http://purl.org/dc/dcmitype/"/>
    <ds:schemaRef ds:uri="72a292dc-bc7d-4064-ad7e-59ebb9ecfed4"/>
    <ds:schemaRef ds:uri="http://schemas.microsoft.com/office/2006/documentManagement/types"/>
    <ds:schemaRef ds:uri="http://schemas.microsoft.com/office/infopath/2007/PartnerControl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080AF77A-DF5B-42FC-81A4-45C3C5819702}">
  <ds:schemaRefs>
    <ds:schemaRef ds:uri="http://schemas.microsoft.com/sharepoint/v3/contenttype/forms"/>
  </ds:schemaRefs>
</ds:datastoreItem>
</file>

<file path=customXml/itemProps3.xml><?xml version="1.0" encoding="utf-8"?>
<ds:datastoreItem xmlns:ds="http://schemas.openxmlformats.org/officeDocument/2006/customXml" ds:itemID="{8EF4C1D3-2A00-4A54-88A9-FE71AE16AD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2a292dc-bc7d-4064-ad7e-59ebb9ecfed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ORNL Presentation</Template>
  <TotalTime>276</TotalTime>
  <Words>954</Words>
  <Application>Microsoft Macintosh PowerPoint</Application>
  <PresentationFormat>Widescreen</PresentationFormat>
  <Paragraphs>67</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Light</vt:lpstr>
      <vt:lpstr>Arial</vt:lpstr>
      <vt:lpstr>ORNL Presentation</vt:lpstr>
      <vt:lpstr>Tenn Tech VERIFI Assistant Kickoff</vt:lpstr>
      <vt:lpstr>Introduction</vt:lpstr>
      <vt:lpstr>Project Overview</vt:lpstr>
      <vt:lpstr>Technologies</vt:lpstr>
      <vt:lpstr>What I have provided (in repo)</vt:lpstr>
      <vt:lpstr>What I have provided (in repo cont.)</vt:lpstr>
      <vt:lpstr>What I have provided (in repo cont.)</vt:lpstr>
      <vt:lpstr>What I haven’t provided (up to the team)</vt:lpstr>
      <vt:lpstr>Closing thoughts</vt:lpstr>
      <vt:lpstr>Next Steps</vt:lpstr>
      <vt:lpstr>Additional Resources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Root, Mark</dc:creator>
  <cp:keywords/>
  <dc:description/>
  <cp:lastModifiedBy>Root, Mark</cp:lastModifiedBy>
  <cp:revision>1</cp:revision>
  <dcterms:created xsi:type="dcterms:W3CDTF">2026-10-08T14:21:27Z</dcterms:created>
  <dcterms:modified xsi:type="dcterms:W3CDTF">2026-10-08T18:57:43Z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0x010100322B8826E43E7C4DB802D9B32C536A48</vt:lpwstr>
  </property>
</Properties>
</file>